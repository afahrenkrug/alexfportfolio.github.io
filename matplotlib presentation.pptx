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57" r:id="rId4"/>
    <p:sldId id="258" r:id="rId5"/>
    <p:sldId id="261" r:id="rId6"/>
    <p:sldId id="262" r:id="rId7"/>
    <p:sldId id="264" r:id="rId8"/>
    <p:sldId id="263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79502A-DEA4-4F89-A5BC-8094FE65A76A}" v="19" dt="2024-03-18T14:20:59.7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er Fahrenkrug" userId="48a66068-1ac8-42c8-a432-b0e429b652ac" providerId="ADAL" clId="{4F54E1C5-B853-4906-A88E-4BD31F73CEC7}"/>
    <pc:docChg chg="custSel modSld">
      <pc:chgData name="Alexander Fahrenkrug" userId="48a66068-1ac8-42c8-a432-b0e429b652ac" providerId="ADAL" clId="{4F54E1C5-B853-4906-A88E-4BD31F73CEC7}" dt="2024-03-16T12:57:47.934" v="45" actId="20577"/>
      <pc:docMkLst>
        <pc:docMk/>
      </pc:docMkLst>
      <pc:sldChg chg="modSp mod">
        <pc:chgData name="Alexander Fahrenkrug" userId="48a66068-1ac8-42c8-a432-b0e429b652ac" providerId="ADAL" clId="{4F54E1C5-B853-4906-A88E-4BD31F73CEC7}" dt="2024-03-16T12:57:47.934" v="45" actId="20577"/>
        <pc:sldMkLst>
          <pc:docMk/>
          <pc:sldMk cId="4006815621" sldId="257"/>
        </pc:sldMkLst>
        <pc:spChg chg="mod">
          <ac:chgData name="Alexander Fahrenkrug" userId="48a66068-1ac8-42c8-a432-b0e429b652ac" providerId="ADAL" clId="{4F54E1C5-B853-4906-A88E-4BD31F73CEC7}" dt="2024-03-16T12:57:47.934" v="45" actId="20577"/>
          <ac:spMkLst>
            <pc:docMk/>
            <pc:sldMk cId="4006815621" sldId="257"/>
            <ac:spMk id="80" creationId="{DA3DC461-2F13-8B58-48A4-47FCD6662AD8}"/>
          </ac:spMkLst>
        </pc:spChg>
      </pc:sldChg>
    </pc:docChg>
  </pc:docChgLst>
  <pc:docChgLst>
    <pc:chgData name="Alexander Fahrenkrug" userId="48a66068-1ac8-42c8-a432-b0e429b652ac" providerId="ADAL" clId="{0279502A-DEA4-4F89-A5BC-8094FE65A76A}"/>
    <pc:docChg chg="undo custSel addSld delSld modSld sldOrd modMainMaster">
      <pc:chgData name="Alexander Fahrenkrug" userId="48a66068-1ac8-42c8-a432-b0e429b652ac" providerId="ADAL" clId="{0279502A-DEA4-4F89-A5BC-8094FE65A76A}" dt="2024-03-18T14:22:40.660" v="1137" actId="14100"/>
      <pc:docMkLst>
        <pc:docMk/>
      </pc:docMkLst>
      <pc:sldChg chg="addSp delSp modSp mod setBg setFolMasterObjs addAnim">
        <pc:chgData name="Alexander Fahrenkrug" userId="48a66068-1ac8-42c8-a432-b0e429b652ac" providerId="ADAL" clId="{0279502A-DEA4-4F89-A5BC-8094FE65A76A}" dt="2024-03-18T14:21:28" v="1129"/>
        <pc:sldMkLst>
          <pc:docMk/>
          <pc:sldMk cId="2576460516" sldId="256"/>
        </pc:sldMkLst>
        <pc:spChg chg="mod">
          <ac:chgData name="Alexander Fahrenkrug" userId="48a66068-1ac8-42c8-a432-b0e429b652ac" providerId="ADAL" clId="{0279502A-DEA4-4F89-A5BC-8094FE65A76A}" dt="2024-03-18T14:21:27.995" v="1127" actId="26606"/>
          <ac:spMkLst>
            <pc:docMk/>
            <pc:sldMk cId="2576460516" sldId="256"/>
            <ac:spMk id="2" creationId="{717FA240-650E-4CCE-863C-56C4C5D5D827}"/>
          </ac:spMkLst>
        </pc:spChg>
        <pc:spChg chg="mod">
          <ac:chgData name="Alexander Fahrenkrug" userId="48a66068-1ac8-42c8-a432-b0e429b652ac" providerId="ADAL" clId="{0279502A-DEA4-4F89-A5BC-8094FE65A76A}" dt="2024-03-18T14:21:27.995" v="1127" actId="26606"/>
          <ac:spMkLst>
            <pc:docMk/>
            <pc:sldMk cId="2576460516" sldId="256"/>
            <ac:spMk id="3" creationId="{A791996D-81D8-4BBB-6FDF-649AC9B7673C}"/>
          </ac:spMkLst>
        </pc:spChg>
        <pc:spChg chg="del">
          <ac:chgData name="Alexander Fahrenkrug" userId="48a66068-1ac8-42c8-a432-b0e429b652ac" providerId="ADAL" clId="{0279502A-DEA4-4F89-A5BC-8094FE65A76A}" dt="2024-03-18T14:21:27.995" v="1127" actId="26606"/>
          <ac:spMkLst>
            <pc:docMk/>
            <pc:sldMk cId="2576460516" sldId="256"/>
            <ac:spMk id="40" creationId="{733E0473-C315-42D8-A82A-A2FE49DC67DA}"/>
          </ac:spMkLst>
        </pc:spChg>
        <pc:spChg chg="del">
          <ac:chgData name="Alexander Fahrenkrug" userId="48a66068-1ac8-42c8-a432-b0e429b652ac" providerId="ADAL" clId="{0279502A-DEA4-4F89-A5BC-8094FE65A76A}" dt="2024-03-18T14:21:27.995" v="1127" actId="26606"/>
          <ac:spMkLst>
            <pc:docMk/>
            <pc:sldMk cId="2576460516" sldId="256"/>
            <ac:spMk id="41" creationId="{AD23A251-68F2-43E5-812B-4BBAE1AF535E}"/>
          </ac:spMkLst>
        </pc:spChg>
        <pc:spChg chg="add">
          <ac:chgData name="Alexander Fahrenkrug" userId="48a66068-1ac8-42c8-a432-b0e429b652ac" providerId="ADAL" clId="{0279502A-DEA4-4F89-A5BC-8094FE65A76A}" dt="2024-03-18T14:21:27.995" v="1127" actId="26606"/>
          <ac:spMkLst>
            <pc:docMk/>
            <pc:sldMk cId="2576460516" sldId="256"/>
            <ac:spMk id="49" creationId="{E2748806-3AF5-4078-830A-C1F26BF1B200}"/>
          </ac:spMkLst>
        </pc:spChg>
        <pc:spChg chg="add">
          <ac:chgData name="Alexander Fahrenkrug" userId="48a66068-1ac8-42c8-a432-b0e429b652ac" providerId="ADAL" clId="{0279502A-DEA4-4F89-A5BC-8094FE65A76A}" dt="2024-03-18T14:21:27.995" v="1127" actId="26606"/>
          <ac:spMkLst>
            <pc:docMk/>
            <pc:sldMk cId="2576460516" sldId="256"/>
            <ac:spMk id="51" creationId="{34FBEBF3-C941-4CB0-8AC2-3B50E1371BBF}"/>
          </ac:spMkLst>
        </pc:spChg>
        <pc:grpChg chg="del">
          <ac:chgData name="Alexander Fahrenkrug" userId="48a66068-1ac8-42c8-a432-b0e429b652ac" providerId="ADAL" clId="{0279502A-DEA4-4F89-A5BC-8094FE65A76A}" dt="2024-03-18T14:21:27.995" v="1127" actId="26606"/>
          <ac:grpSpMkLst>
            <pc:docMk/>
            <pc:sldMk cId="2576460516" sldId="256"/>
            <ac:grpSpMk id="43" creationId="{0350AF23-2606-421F-AB7B-23D9B48F3E9B}"/>
          </ac:grpSpMkLst>
        </pc:grpChg>
        <pc:grpChg chg="add">
          <ac:chgData name="Alexander Fahrenkrug" userId="48a66068-1ac8-42c8-a432-b0e429b652ac" providerId="ADAL" clId="{0279502A-DEA4-4F89-A5BC-8094FE65A76A}" dt="2024-03-18T14:21:27.995" v="1127" actId="26606"/>
          <ac:grpSpMkLst>
            <pc:docMk/>
            <pc:sldMk cId="2576460516" sldId="256"/>
            <ac:grpSpMk id="53" creationId="{AFCA5498-D019-48A6-B194-72CE1ABB0B3A}"/>
          </ac:grpSpMkLst>
        </pc:grpChg>
        <pc:picChg chg="mod">
          <ac:chgData name="Alexander Fahrenkrug" userId="48a66068-1ac8-42c8-a432-b0e429b652ac" providerId="ADAL" clId="{0279502A-DEA4-4F89-A5BC-8094FE65A76A}" dt="2024-03-18T14:21:27.995" v="1127" actId="26606"/>
          <ac:picMkLst>
            <pc:docMk/>
            <pc:sldMk cId="2576460516" sldId="256"/>
            <ac:picMk id="42" creationId="{A0ABB501-7425-A412-B5D8-59D3258AAF38}"/>
          </ac:picMkLst>
        </pc:picChg>
      </pc:sldChg>
      <pc:sldChg chg="addSp delSp modSp new mod setBg">
        <pc:chgData name="Alexander Fahrenkrug" userId="48a66068-1ac8-42c8-a432-b0e429b652ac" providerId="ADAL" clId="{0279502A-DEA4-4F89-A5BC-8094FE65A76A}" dt="2024-03-18T14:20:59.732" v="1126"/>
        <pc:sldMkLst>
          <pc:docMk/>
          <pc:sldMk cId="4006815621" sldId="257"/>
        </pc:sldMkLst>
        <pc:spChg chg="mod">
          <ac:chgData name="Alexander Fahrenkrug" userId="48a66068-1ac8-42c8-a432-b0e429b652ac" providerId="ADAL" clId="{0279502A-DEA4-4F89-A5BC-8094FE65A76A}" dt="2024-03-18T14:09:59.987" v="801" actId="20577"/>
          <ac:spMkLst>
            <pc:docMk/>
            <pc:sldMk cId="4006815621" sldId="257"/>
            <ac:spMk id="2" creationId="{BFDDEF3C-CB24-78A5-6D07-21D6CDF23A85}"/>
          </ac:spMkLst>
        </pc:spChg>
        <pc:spChg chg="add del mod">
          <ac:chgData name="Alexander Fahrenkrug" userId="48a66068-1ac8-42c8-a432-b0e429b652ac" providerId="ADAL" clId="{0279502A-DEA4-4F89-A5BC-8094FE65A76A}" dt="2024-02-29T16:35:46.998" v="485" actId="26606"/>
          <ac:spMkLst>
            <pc:docMk/>
            <pc:sldMk cId="4006815621" sldId="257"/>
            <ac:spMk id="3" creationId="{3B86DBC9-DE33-519E-EC11-F40C9BF880D6}"/>
          </ac:spMkLst>
        </pc:spChg>
        <pc:spChg chg="add del">
          <ac:chgData name="Alexander Fahrenkrug" userId="48a66068-1ac8-42c8-a432-b0e429b652ac" providerId="ADAL" clId="{0279502A-DEA4-4F89-A5BC-8094FE65A76A}" dt="2024-02-29T16:32:46.946" v="187" actId="26606"/>
          <ac:spMkLst>
            <pc:docMk/>
            <pc:sldMk cId="4006815621" sldId="257"/>
            <ac:spMk id="6" creationId="{99B5B3C5-A599-465B-B2B9-866E8B2087CE}"/>
          </ac:spMkLst>
        </pc:spChg>
        <pc:spChg chg="add del">
          <ac:chgData name="Alexander Fahrenkrug" userId="48a66068-1ac8-42c8-a432-b0e429b652ac" providerId="ADAL" clId="{0279502A-DEA4-4F89-A5BC-8094FE65A76A}" dt="2024-02-29T16:32:46.946" v="187" actId="26606"/>
          <ac:spMkLst>
            <pc:docMk/>
            <pc:sldMk cId="4006815621" sldId="257"/>
            <ac:spMk id="7" creationId="{25C84982-7DD0-43B1-8A2D-BFA4DF1B4E60}"/>
          </ac:spMkLst>
        </pc:spChg>
        <pc:spChg chg="add del">
          <ac:chgData name="Alexander Fahrenkrug" userId="48a66068-1ac8-42c8-a432-b0e429b652ac" providerId="ADAL" clId="{0279502A-DEA4-4F89-A5BC-8094FE65A76A}" dt="2024-02-29T16:32:08.859" v="89" actId="26606"/>
          <ac:spMkLst>
            <pc:docMk/>
            <pc:sldMk cId="4006815621" sldId="257"/>
            <ac:spMk id="9" creationId="{99B5B3C5-A599-465B-B2B9-866E8B2087CE}"/>
          </ac:spMkLst>
        </pc:spChg>
        <pc:spChg chg="add del">
          <ac:chgData name="Alexander Fahrenkrug" userId="48a66068-1ac8-42c8-a432-b0e429b652ac" providerId="ADAL" clId="{0279502A-DEA4-4F89-A5BC-8094FE65A76A}" dt="2024-02-29T16:32:46.946" v="187" actId="26606"/>
          <ac:spMkLst>
            <pc:docMk/>
            <pc:sldMk cId="4006815621" sldId="257"/>
            <ac:spMk id="10" creationId="{94DA0203-BFB4-49DB-A205-51AD7549D42A}"/>
          </ac:spMkLst>
        </pc:spChg>
        <pc:spChg chg="add del">
          <ac:chgData name="Alexander Fahrenkrug" userId="48a66068-1ac8-42c8-a432-b0e429b652ac" providerId="ADAL" clId="{0279502A-DEA4-4F89-A5BC-8094FE65A76A}" dt="2024-02-29T16:32:08.859" v="89" actId="26606"/>
          <ac:spMkLst>
            <pc:docMk/>
            <pc:sldMk cId="4006815621" sldId="257"/>
            <ac:spMk id="11" creationId="{25C84982-7DD0-43B1-8A2D-BFA4DF1B4E60}"/>
          </ac:spMkLst>
        </pc:spChg>
        <pc:spChg chg="add del">
          <ac:chgData name="Alexander Fahrenkrug" userId="48a66068-1ac8-42c8-a432-b0e429b652ac" providerId="ADAL" clId="{0279502A-DEA4-4F89-A5BC-8094FE65A76A}" dt="2024-02-29T16:42:43.408" v="548" actId="26606"/>
          <ac:spMkLst>
            <pc:docMk/>
            <pc:sldMk cId="4006815621" sldId="257"/>
            <ac:spMk id="14" creationId="{57908DE9-5647-483E-B731-49D34A839B3F}"/>
          </ac:spMkLst>
        </pc:spChg>
        <pc:spChg chg="add del">
          <ac:chgData name="Alexander Fahrenkrug" userId="48a66068-1ac8-42c8-a432-b0e429b652ac" providerId="ADAL" clId="{0279502A-DEA4-4F89-A5BC-8094FE65A76A}" dt="2024-02-29T16:42:43.408" v="548" actId="26606"/>
          <ac:spMkLst>
            <pc:docMk/>
            <pc:sldMk cId="4006815621" sldId="257"/>
            <ac:spMk id="22" creationId="{926962B4-5DCE-4745-A877-F7237DA68D7F}"/>
          </ac:spMkLst>
        </pc:spChg>
        <pc:spChg chg="add del">
          <ac:chgData name="Alexander Fahrenkrug" userId="48a66068-1ac8-42c8-a432-b0e429b652ac" providerId="ADAL" clId="{0279502A-DEA4-4F89-A5BC-8094FE65A76A}" dt="2024-02-29T16:42:43.408" v="548" actId="26606"/>
          <ac:spMkLst>
            <pc:docMk/>
            <pc:sldMk cId="4006815621" sldId="257"/>
            <ac:spMk id="23" creationId="{FFC31C6D-653C-4C57-B226-ED6CE571F611}"/>
          </ac:spMkLst>
        </pc:spChg>
        <pc:spChg chg="add del">
          <ac:chgData name="Alexander Fahrenkrug" userId="48a66068-1ac8-42c8-a432-b0e429b652ac" providerId="ADAL" clId="{0279502A-DEA4-4F89-A5BC-8094FE65A76A}" dt="2024-02-29T16:32:46.946" v="187" actId="26606"/>
          <ac:spMkLst>
            <pc:docMk/>
            <pc:sldMk cId="4006815621" sldId="257"/>
            <ac:spMk id="29" creationId="{652F1BB8-9F6C-45D6-898D-65348D26BFCC}"/>
          </ac:spMkLst>
        </pc:spChg>
        <pc:spChg chg="add del">
          <ac:chgData name="Alexander Fahrenkrug" userId="48a66068-1ac8-42c8-a432-b0e429b652ac" providerId="ADAL" clId="{0279502A-DEA4-4F89-A5BC-8094FE65A76A}" dt="2024-02-29T16:32:08.859" v="89" actId="26606"/>
          <ac:spMkLst>
            <pc:docMk/>
            <pc:sldMk cId="4006815621" sldId="257"/>
            <ac:spMk id="30" creationId="{94DA0203-BFB4-49DB-A205-51AD7549D42A}"/>
          </ac:spMkLst>
        </pc:spChg>
        <pc:spChg chg="add del">
          <ac:chgData name="Alexander Fahrenkrug" userId="48a66068-1ac8-42c8-a432-b0e429b652ac" providerId="ADAL" clId="{0279502A-DEA4-4F89-A5BC-8094FE65A76A}" dt="2024-02-29T16:32:46.946" v="187" actId="26606"/>
          <ac:spMkLst>
            <pc:docMk/>
            <pc:sldMk cId="4006815621" sldId="257"/>
            <ac:spMk id="31" creationId="{DA09ABEB-FBB2-4784-AB42-132C2B7B86EA}"/>
          </ac:spMkLst>
        </pc:spChg>
        <pc:spChg chg="add del">
          <ac:chgData name="Alexander Fahrenkrug" userId="48a66068-1ac8-42c8-a432-b0e429b652ac" providerId="ADAL" clId="{0279502A-DEA4-4F89-A5BC-8094FE65A76A}" dt="2024-02-29T16:32:08.859" v="89" actId="26606"/>
          <ac:spMkLst>
            <pc:docMk/>
            <pc:sldMk cId="4006815621" sldId="257"/>
            <ac:spMk id="32" creationId="{652F1BB8-9F6C-45D6-898D-65348D26BFCC}"/>
          </ac:spMkLst>
        </pc:spChg>
        <pc:spChg chg="add del">
          <ac:chgData name="Alexander Fahrenkrug" userId="48a66068-1ac8-42c8-a432-b0e429b652ac" providerId="ADAL" clId="{0279502A-DEA4-4F89-A5BC-8094FE65A76A}" dt="2024-02-29T16:32:46.946" v="187" actId="26606"/>
          <ac:spMkLst>
            <pc:docMk/>
            <pc:sldMk cId="4006815621" sldId="257"/>
            <ac:spMk id="33" creationId="{4E19B7D6-ACF5-4FD5-9847-AA489F05BBCB}"/>
          </ac:spMkLst>
        </pc:spChg>
        <pc:spChg chg="add del">
          <ac:chgData name="Alexander Fahrenkrug" userId="48a66068-1ac8-42c8-a432-b0e429b652ac" providerId="ADAL" clId="{0279502A-DEA4-4F89-A5BC-8094FE65A76A}" dt="2024-02-29T16:32:08.859" v="89" actId="26606"/>
          <ac:spMkLst>
            <pc:docMk/>
            <pc:sldMk cId="4006815621" sldId="257"/>
            <ac:spMk id="34" creationId="{DA09ABEB-FBB2-4784-AB42-132C2B7B86EA}"/>
          </ac:spMkLst>
        </pc:spChg>
        <pc:spChg chg="add del">
          <ac:chgData name="Alexander Fahrenkrug" userId="48a66068-1ac8-42c8-a432-b0e429b652ac" providerId="ADAL" clId="{0279502A-DEA4-4F89-A5BC-8094FE65A76A}" dt="2024-02-29T16:32:46.946" v="187" actId="26606"/>
          <ac:spMkLst>
            <pc:docMk/>
            <pc:sldMk cId="4006815621" sldId="257"/>
            <ac:spMk id="35" creationId="{2DC3951C-8573-4092-BB1C-895AB62DC18A}"/>
          </ac:spMkLst>
        </pc:spChg>
        <pc:spChg chg="add del">
          <ac:chgData name="Alexander Fahrenkrug" userId="48a66068-1ac8-42c8-a432-b0e429b652ac" providerId="ADAL" clId="{0279502A-DEA4-4F89-A5BC-8094FE65A76A}" dt="2024-02-29T16:32:08.859" v="89" actId="26606"/>
          <ac:spMkLst>
            <pc:docMk/>
            <pc:sldMk cId="4006815621" sldId="257"/>
            <ac:spMk id="36" creationId="{4E19B7D6-ACF5-4FD5-9847-AA489F05BBCB}"/>
          </ac:spMkLst>
        </pc:spChg>
        <pc:spChg chg="add del">
          <ac:chgData name="Alexander Fahrenkrug" userId="48a66068-1ac8-42c8-a432-b0e429b652ac" providerId="ADAL" clId="{0279502A-DEA4-4F89-A5BC-8094FE65A76A}" dt="2024-02-29T16:32:46.946" v="187" actId="26606"/>
          <ac:spMkLst>
            <pc:docMk/>
            <pc:sldMk cId="4006815621" sldId="257"/>
            <ac:spMk id="37" creationId="{D897F30D-1513-46A2-A047-AEC827A0ED77}"/>
          </ac:spMkLst>
        </pc:spChg>
        <pc:spChg chg="add del">
          <ac:chgData name="Alexander Fahrenkrug" userId="48a66068-1ac8-42c8-a432-b0e429b652ac" providerId="ADAL" clId="{0279502A-DEA4-4F89-A5BC-8094FE65A76A}" dt="2024-02-29T16:32:08.859" v="89" actId="26606"/>
          <ac:spMkLst>
            <pc:docMk/>
            <pc:sldMk cId="4006815621" sldId="257"/>
            <ac:spMk id="38" creationId="{2DC3951C-8573-4092-BB1C-895AB62DC18A}"/>
          </ac:spMkLst>
        </pc:spChg>
        <pc:spChg chg="add del">
          <ac:chgData name="Alexander Fahrenkrug" userId="48a66068-1ac8-42c8-a432-b0e429b652ac" providerId="ADAL" clId="{0279502A-DEA4-4F89-A5BC-8094FE65A76A}" dt="2024-02-29T16:32:46.946" v="187" actId="26606"/>
          <ac:spMkLst>
            <pc:docMk/>
            <pc:sldMk cId="4006815621" sldId="257"/>
            <ac:spMk id="39" creationId="{5484E33B-84C6-44AB-B37B-AD40DD864397}"/>
          </ac:spMkLst>
        </pc:spChg>
        <pc:spChg chg="add del">
          <ac:chgData name="Alexander Fahrenkrug" userId="48a66068-1ac8-42c8-a432-b0e429b652ac" providerId="ADAL" clId="{0279502A-DEA4-4F89-A5BC-8094FE65A76A}" dt="2024-02-29T16:32:08.859" v="89" actId="26606"/>
          <ac:spMkLst>
            <pc:docMk/>
            <pc:sldMk cId="4006815621" sldId="257"/>
            <ac:spMk id="40" creationId="{D897F30D-1513-46A2-A047-AEC827A0ED77}"/>
          </ac:spMkLst>
        </pc:spChg>
        <pc:spChg chg="add del">
          <ac:chgData name="Alexander Fahrenkrug" userId="48a66068-1ac8-42c8-a432-b0e429b652ac" providerId="ADAL" clId="{0279502A-DEA4-4F89-A5BC-8094FE65A76A}" dt="2024-02-29T16:32:46.946" v="187" actId="26606"/>
          <ac:spMkLst>
            <pc:docMk/>
            <pc:sldMk cId="4006815621" sldId="257"/>
            <ac:spMk id="41" creationId="{032C2FFF-1C26-4710-B2B8-9DB486DAE135}"/>
          </ac:spMkLst>
        </pc:spChg>
        <pc:spChg chg="add del">
          <ac:chgData name="Alexander Fahrenkrug" userId="48a66068-1ac8-42c8-a432-b0e429b652ac" providerId="ADAL" clId="{0279502A-DEA4-4F89-A5BC-8094FE65A76A}" dt="2024-02-29T16:32:08.859" v="89" actId="26606"/>
          <ac:spMkLst>
            <pc:docMk/>
            <pc:sldMk cId="4006815621" sldId="257"/>
            <ac:spMk id="42" creationId="{5484E33B-84C6-44AB-B37B-AD40DD864397}"/>
          </ac:spMkLst>
        </pc:spChg>
        <pc:spChg chg="add del">
          <ac:chgData name="Alexander Fahrenkrug" userId="48a66068-1ac8-42c8-a432-b0e429b652ac" providerId="ADAL" clId="{0279502A-DEA4-4F89-A5BC-8094FE65A76A}" dt="2024-02-29T16:32:46.946" v="187" actId="26606"/>
          <ac:spMkLst>
            <pc:docMk/>
            <pc:sldMk cId="4006815621" sldId="257"/>
            <ac:spMk id="43" creationId="{F6D50462-DF3B-4889-8D2A-9B6BE774163C}"/>
          </ac:spMkLst>
        </pc:spChg>
        <pc:spChg chg="add del">
          <ac:chgData name="Alexander Fahrenkrug" userId="48a66068-1ac8-42c8-a432-b0e429b652ac" providerId="ADAL" clId="{0279502A-DEA4-4F89-A5BC-8094FE65A76A}" dt="2024-02-29T16:32:08.859" v="89" actId="26606"/>
          <ac:spMkLst>
            <pc:docMk/>
            <pc:sldMk cId="4006815621" sldId="257"/>
            <ac:spMk id="44" creationId="{032C2FFF-1C26-4710-B2B8-9DB486DAE135}"/>
          </ac:spMkLst>
        </pc:spChg>
        <pc:spChg chg="add del">
          <ac:chgData name="Alexander Fahrenkrug" userId="48a66068-1ac8-42c8-a432-b0e429b652ac" providerId="ADAL" clId="{0279502A-DEA4-4F89-A5BC-8094FE65A76A}" dt="2024-02-29T16:32:46.946" v="187" actId="26606"/>
          <ac:spMkLst>
            <pc:docMk/>
            <pc:sldMk cId="4006815621" sldId="257"/>
            <ac:spMk id="45" creationId="{A4661B72-AE95-451D-822D-E19815CF12F6}"/>
          </ac:spMkLst>
        </pc:spChg>
        <pc:spChg chg="add del">
          <ac:chgData name="Alexander Fahrenkrug" userId="48a66068-1ac8-42c8-a432-b0e429b652ac" providerId="ADAL" clId="{0279502A-DEA4-4F89-A5BC-8094FE65A76A}" dt="2024-02-29T16:32:08.859" v="89" actId="26606"/>
          <ac:spMkLst>
            <pc:docMk/>
            <pc:sldMk cId="4006815621" sldId="257"/>
            <ac:spMk id="46" creationId="{F6D50462-DF3B-4889-8D2A-9B6BE774163C}"/>
          </ac:spMkLst>
        </pc:spChg>
        <pc:spChg chg="add del">
          <ac:chgData name="Alexander Fahrenkrug" userId="48a66068-1ac8-42c8-a432-b0e429b652ac" providerId="ADAL" clId="{0279502A-DEA4-4F89-A5BC-8094FE65A76A}" dt="2024-02-29T16:32:57.109" v="189" actId="26606"/>
          <ac:spMkLst>
            <pc:docMk/>
            <pc:sldMk cId="4006815621" sldId="257"/>
            <ac:spMk id="47" creationId="{99B5B3C5-A599-465B-B2B9-866E8B2087CE}"/>
          </ac:spMkLst>
        </pc:spChg>
        <pc:spChg chg="add del">
          <ac:chgData name="Alexander Fahrenkrug" userId="48a66068-1ac8-42c8-a432-b0e429b652ac" providerId="ADAL" clId="{0279502A-DEA4-4F89-A5BC-8094FE65A76A}" dt="2024-02-29T16:32:08.859" v="89" actId="26606"/>
          <ac:spMkLst>
            <pc:docMk/>
            <pc:sldMk cId="4006815621" sldId="257"/>
            <ac:spMk id="48" creationId="{A4661B72-AE95-451D-822D-E19815CF12F6}"/>
          </ac:spMkLst>
        </pc:spChg>
        <pc:spChg chg="add del">
          <ac:chgData name="Alexander Fahrenkrug" userId="48a66068-1ac8-42c8-a432-b0e429b652ac" providerId="ADAL" clId="{0279502A-DEA4-4F89-A5BC-8094FE65A76A}" dt="2024-02-29T16:32:57.109" v="189" actId="26606"/>
          <ac:spMkLst>
            <pc:docMk/>
            <pc:sldMk cId="4006815621" sldId="257"/>
            <ac:spMk id="49" creationId="{25C84982-7DD0-43B1-8A2D-BFA4DF1B4E60}"/>
          </ac:spMkLst>
        </pc:spChg>
        <pc:spChg chg="add del">
          <ac:chgData name="Alexander Fahrenkrug" userId="48a66068-1ac8-42c8-a432-b0e429b652ac" providerId="ADAL" clId="{0279502A-DEA4-4F89-A5BC-8094FE65A76A}" dt="2024-02-29T16:32:57.109" v="189" actId="26606"/>
          <ac:spMkLst>
            <pc:docMk/>
            <pc:sldMk cId="4006815621" sldId="257"/>
            <ac:spMk id="66" creationId="{E2748806-3AF5-4078-830A-C1F26BF1B200}"/>
          </ac:spMkLst>
        </pc:spChg>
        <pc:spChg chg="add del">
          <ac:chgData name="Alexander Fahrenkrug" userId="48a66068-1ac8-42c8-a432-b0e429b652ac" providerId="ADAL" clId="{0279502A-DEA4-4F89-A5BC-8094FE65A76A}" dt="2024-02-29T16:32:57.109" v="189" actId="26606"/>
          <ac:spMkLst>
            <pc:docMk/>
            <pc:sldMk cId="4006815621" sldId="257"/>
            <ac:spMk id="68" creationId="{34FBEBF3-C941-4CB0-8AC2-3B50E1371BBF}"/>
          </ac:spMkLst>
        </pc:spChg>
        <pc:spChg chg="add mod">
          <ac:chgData name="Alexander Fahrenkrug" userId="48a66068-1ac8-42c8-a432-b0e429b652ac" providerId="ADAL" clId="{0279502A-DEA4-4F89-A5BC-8094FE65A76A}" dt="2024-03-18T14:07:59.215" v="715" actId="20577"/>
          <ac:spMkLst>
            <pc:docMk/>
            <pc:sldMk cId="4006815621" sldId="257"/>
            <ac:spMk id="80" creationId="{DA3DC461-2F13-8B58-48A4-47FCD6662AD8}"/>
          </ac:spMkLst>
        </pc:spChg>
        <pc:spChg chg="add del">
          <ac:chgData name="Alexander Fahrenkrug" userId="48a66068-1ac8-42c8-a432-b0e429b652ac" providerId="ADAL" clId="{0279502A-DEA4-4F89-A5BC-8094FE65A76A}" dt="2024-02-29T16:41:25.773" v="520" actId="26606"/>
          <ac:spMkLst>
            <pc:docMk/>
            <pc:sldMk cId="4006815621" sldId="257"/>
            <ac:spMk id="83" creationId="{4F8E18AC-903E-4B46-8CC0-FE20E612CE37}"/>
          </ac:spMkLst>
        </pc:spChg>
        <pc:spChg chg="add del">
          <ac:chgData name="Alexander Fahrenkrug" userId="48a66068-1ac8-42c8-a432-b0e429b652ac" providerId="ADAL" clId="{0279502A-DEA4-4F89-A5BC-8094FE65A76A}" dt="2024-02-29T16:41:25.773" v="520" actId="26606"/>
          <ac:spMkLst>
            <pc:docMk/>
            <pc:sldMk cId="4006815621" sldId="257"/>
            <ac:spMk id="85" creationId="{3DEE38FB-0763-470C-8A5E-44456B5130D7}"/>
          </ac:spMkLst>
        </pc:spChg>
        <pc:spChg chg="add del">
          <ac:chgData name="Alexander Fahrenkrug" userId="48a66068-1ac8-42c8-a432-b0e429b652ac" providerId="ADAL" clId="{0279502A-DEA4-4F89-A5BC-8094FE65A76A}" dt="2024-02-29T16:41:25.773" v="520" actId="26606"/>
          <ac:spMkLst>
            <pc:docMk/>
            <pc:sldMk cId="4006815621" sldId="257"/>
            <ac:spMk id="87" creationId="{F1D6E6C0-11C7-4A38-BD12-80741960B53C}"/>
          </ac:spMkLst>
        </pc:spChg>
        <pc:spChg chg="add del">
          <ac:chgData name="Alexander Fahrenkrug" userId="48a66068-1ac8-42c8-a432-b0e429b652ac" providerId="ADAL" clId="{0279502A-DEA4-4F89-A5BC-8094FE65A76A}" dt="2024-02-29T16:41:26.942" v="522" actId="26606"/>
          <ac:spMkLst>
            <pc:docMk/>
            <pc:sldMk cId="4006815621" sldId="257"/>
            <ac:spMk id="99" creationId="{8427DF8B-AF40-4916-BF81-7B4B1D6A063D}"/>
          </ac:spMkLst>
        </pc:spChg>
        <pc:spChg chg="add del">
          <ac:chgData name="Alexander Fahrenkrug" userId="48a66068-1ac8-42c8-a432-b0e429b652ac" providerId="ADAL" clId="{0279502A-DEA4-4F89-A5BC-8094FE65A76A}" dt="2024-02-29T16:41:26.942" v="522" actId="26606"/>
          <ac:spMkLst>
            <pc:docMk/>
            <pc:sldMk cId="4006815621" sldId="257"/>
            <ac:spMk id="100" creationId="{6AE0E191-47BD-46BD-846E-E994713F2C91}"/>
          </ac:spMkLst>
        </pc:spChg>
        <pc:spChg chg="add del">
          <ac:chgData name="Alexander Fahrenkrug" userId="48a66068-1ac8-42c8-a432-b0e429b652ac" providerId="ADAL" clId="{0279502A-DEA4-4F89-A5BC-8094FE65A76A}" dt="2024-02-29T16:41:26.942" v="522" actId="26606"/>
          <ac:spMkLst>
            <pc:docMk/>
            <pc:sldMk cId="4006815621" sldId="257"/>
            <ac:spMk id="101" creationId="{D60DC0FE-B192-4898-9A42-DD3CA1061184}"/>
          </ac:spMkLst>
        </pc:spChg>
        <pc:spChg chg="add del">
          <ac:chgData name="Alexander Fahrenkrug" userId="48a66068-1ac8-42c8-a432-b0e429b652ac" providerId="ADAL" clId="{0279502A-DEA4-4F89-A5BC-8094FE65A76A}" dt="2024-02-29T16:41:28.507" v="524" actId="26606"/>
          <ac:spMkLst>
            <pc:docMk/>
            <pc:sldMk cId="4006815621" sldId="257"/>
            <ac:spMk id="109" creationId="{4F8E18AC-903E-4B46-8CC0-FE20E612CE37}"/>
          </ac:spMkLst>
        </pc:spChg>
        <pc:spChg chg="add del">
          <ac:chgData name="Alexander Fahrenkrug" userId="48a66068-1ac8-42c8-a432-b0e429b652ac" providerId="ADAL" clId="{0279502A-DEA4-4F89-A5BC-8094FE65A76A}" dt="2024-02-29T16:41:28.507" v="524" actId="26606"/>
          <ac:spMkLst>
            <pc:docMk/>
            <pc:sldMk cId="4006815621" sldId="257"/>
            <ac:spMk id="110" creationId="{3DEE38FB-0763-470C-8A5E-44456B5130D7}"/>
          </ac:spMkLst>
        </pc:spChg>
        <pc:spChg chg="add del">
          <ac:chgData name="Alexander Fahrenkrug" userId="48a66068-1ac8-42c8-a432-b0e429b652ac" providerId="ADAL" clId="{0279502A-DEA4-4F89-A5BC-8094FE65A76A}" dt="2024-02-29T16:41:28.507" v="524" actId="26606"/>
          <ac:spMkLst>
            <pc:docMk/>
            <pc:sldMk cId="4006815621" sldId="257"/>
            <ac:spMk id="111" creationId="{F1D6E6C0-11C7-4A38-BD12-80741960B53C}"/>
          </ac:spMkLst>
        </pc:spChg>
        <pc:spChg chg="add del">
          <ac:chgData name="Alexander Fahrenkrug" userId="48a66068-1ac8-42c8-a432-b0e429b652ac" providerId="ADAL" clId="{0279502A-DEA4-4F89-A5BC-8094FE65A76A}" dt="2024-02-29T16:41:30.687" v="526" actId="26606"/>
          <ac:spMkLst>
            <pc:docMk/>
            <pc:sldMk cId="4006815621" sldId="257"/>
            <ac:spMk id="114" creationId="{8427DF8B-AF40-4916-BF81-7B4B1D6A063D}"/>
          </ac:spMkLst>
        </pc:spChg>
        <pc:spChg chg="add del">
          <ac:chgData name="Alexander Fahrenkrug" userId="48a66068-1ac8-42c8-a432-b0e429b652ac" providerId="ADAL" clId="{0279502A-DEA4-4F89-A5BC-8094FE65A76A}" dt="2024-02-29T16:41:30.687" v="526" actId="26606"/>
          <ac:spMkLst>
            <pc:docMk/>
            <pc:sldMk cId="4006815621" sldId="257"/>
            <ac:spMk id="115" creationId="{6AE0E191-47BD-46BD-846E-E994713F2C91}"/>
          </ac:spMkLst>
        </pc:spChg>
        <pc:spChg chg="add del">
          <ac:chgData name="Alexander Fahrenkrug" userId="48a66068-1ac8-42c8-a432-b0e429b652ac" providerId="ADAL" clId="{0279502A-DEA4-4F89-A5BC-8094FE65A76A}" dt="2024-02-29T16:41:30.687" v="526" actId="26606"/>
          <ac:spMkLst>
            <pc:docMk/>
            <pc:sldMk cId="4006815621" sldId="257"/>
            <ac:spMk id="116" creationId="{D60DC0FE-B192-4898-9A42-DD3CA1061184}"/>
          </ac:spMkLst>
        </pc:spChg>
        <pc:spChg chg="add del">
          <ac:chgData name="Alexander Fahrenkrug" userId="48a66068-1ac8-42c8-a432-b0e429b652ac" providerId="ADAL" clId="{0279502A-DEA4-4F89-A5BC-8094FE65A76A}" dt="2024-02-29T16:42:43.408" v="548" actId="26606"/>
          <ac:spMkLst>
            <pc:docMk/>
            <pc:sldMk cId="4006815621" sldId="257"/>
            <ac:spMk id="124" creationId="{8427DF8B-AF40-4916-BF81-7B4B1D6A063D}"/>
          </ac:spMkLst>
        </pc:spChg>
        <pc:spChg chg="add del">
          <ac:chgData name="Alexander Fahrenkrug" userId="48a66068-1ac8-42c8-a432-b0e429b652ac" providerId="ADAL" clId="{0279502A-DEA4-4F89-A5BC-8094FE65A76A}" dt="2024-02-29T16:42:43.408" v="548" actId="26606"/>
          <ac:spMkLst>
            <pc:docMk/>
            <pc:sldMk cId="4006815621" sldId="257"/>
            <ac:spMk id="125" creationId="{6AE0E191-47BD-46BD-846E-E994713F2C91}"/>
          </ac:spMkLst>
        </pc:spChg>
        <pc:spChg chg="add del">
          <ac:chgData name="Alexander Fahrenkrug" userId="48a66068-1ac8-42c8-a432-b0e429b652ac" providerId="ADAL" clId="{0279502A-DEA4-4F89-A5BC-8094FE65A76A}" dt="2024-02-29T16:42:43.408" v="548" actId="26606"/>
          <ac:spMkLst>
            <pc:docMk/>
            <pc:sldMk cId="4006815621" sldId="257"/>
            <ac:spMk id="126" creationId="{D60DC0FE-B192-4898-9A42-DD3CA1061184}"/>
          </ac:spMkLst>
        </pc:spChg>
        <pc:spChg chg="add del">
          <ac:chgData name="Alexander Fahrenkrug" userId="48a66068-1ac8-42c8-a432-b0e429b652ac" providerId="ADAL" clId="{0279502A-DEA4-4F89-A5BC-8094FE65A76A}" dt="2024-02-29T16:41:46.427" v="530" actId="26606"/>
          <ac:spMkLst>
            <pc:docMk/>
            <pc:sldMk cId="4006815621" sldId="257"/>
            <ac:spMk id="132" creationId="{7640FE6C-643E-4771-B131-FD9A182B4165}"/>
          </ac:spMkLst>
        </pc:spChg>
        <pc:spChg chg="add del">
          <ac:chgData name="Alexander Fahrenkrug" userId="48a66068-1ac8-42c8-a432-b0e429b652ac" providerId="ADAL" clId="{0279502A-DEA4-4F89-A5BC-8094FE65A76A}" dt="2024-02-29T16:41:46.427" v="530" actId="26606"/>
          <ac:spMkLst>
            <pc:docMk/>
            <pc:sldMk cId="4006815621" sldId="257"/>
            <ac:spMk id="134" creationId="{1C649A43-AD5C-4A49-86CB-A16234F084E6}"/>
          </ac:spMkLst>
        </pc:spChg>
        <pc:spChg chg="add del">
          <ac:chgData name="Alexander Fahrenkrug" userId="48a66068-1ac8-42c8-a432-b0e429b652ac" providerId="ADAL" clId="{0279502A-DEA4-4F89-A5BC-8094FE65A76A}" dt="2024-02-29T16:41:46.427" v="530" actId="26606"/>
          <ac:spMkLst>
            <pc:docMk/>
            <pc:sldMk cId="4006815621" sldId="257"/>
            <ac:spMk id="136" creationId="{AB40AA74-8EAD-4776-8F0D-863F15C79DC8}"/>
          </ac:spMkLst>
        </pc:spChg>
        <pc:spChg chg="add del">
          <ac:chgData name="Alexander Fahrenkrug" userId="48a66068-1ac8-42c8-a432-b0e429b652ac" providerId="ADAL" clId="{0279502A-DEA4-4F89-A5BC-8094FE65A76A}" dt="2024-02-29T16:41:46.427" v="530" actId="26606"/>
          <ac:spMkLst>
            <pc:docMk/>
            <pc:sldMk cId="4006815621" sldId="257"/>
            <ac:spMk id="140" creationId="{CF562893-7CFB-4328-ACE2-C11A9DB676C5}"/>
          </ac:spMkLst>
        </pc:spChg>
        <pc:spChg chg="add del">
          <ac:chgData name="Alexander Fahrenkrug" userId="48a66068-1ac8-42c8-a432-b0e429b652ac" providerId="ADAL" clId="{0279502A-DEA4-4F89-A5BC-8094FE65A76A}" dt="2024-02-29T16:41:46.427" v="530" actId="26606"/>
          <ac:spMkLst>
            <pc:docMk/>
            <pc:sldMk cId="4006815621" sldId="257"/>
            <ac:spMk id="149" creationId="{2979B1C1-04E3-4706-88C1-14F99EEBA97D}"/>
          </ac:spMkLst>
        </pc:spChg>
        <pc:spChg chg="add del">
          <ac:chgData name="Alexander Fahrenkrug" userId="48a66068-1ac8-42c8-a432-b0e429b652ac" providerId="ADAL" clId="{0279502A-DEA4-4F89-A5BC-8094FE65A76A}" dt="2024-02-29T16:41:46.427" v="530" actId="26606"/>
          <ac:spMkLst>
            <pc:docMk/>
            <pc:sldMk cId="4006815621" sldId="257"/>
            <ac:spMk id="153" creationId="{BF7D036E-9D7F-4A8E-BC2B-46C768F6DFF9}"/>
          </ac:spMkLst>
        </pc:spChg>
        <pc:spChg chg="add del">
          <ac:chgData name="Alexander Fahrenkrug" userId="48a66068-1ac8-42c8-a432-b0e429b652ac" providerId="ADAL" clId="{0279502A-DEA4-4F89-A5BC-8094FE65A76A}" dt="2024-02-29T16:41:49.103" v="532" actId="26606"/>
          <ac:spMkLst>
            <pc:docMk/>
            <pc:sldMk cId="4006815621" sldId="257"/>
            <ac:spMk id="157" creationId="{8427DF8B-AF40-4916-BF81-7B4B1D6A063D}"/>
          </ac:spMkLst>
        </pc:spChg>
        <pc:spChg chg="add del">
          <ac:chgData name="Alexander Fahrenkrug" userId="48a66068-1ac8-42c8-a432-b0e429b652ac" providerId="ADAL" clId="{0279502A-DEA4-4F89-A5BC-8094FE65A76A}" dt="2024-02-29T16:41:49.103" v="532" actId="26606"/>
          <ac:spMkLst>
            <pc:docMk/>
            <pc:sldMk cId="4006815621" sldId="257"/>
            <ac:spMk id="158" creationId="{6AE0E191-47BD-46BD-846E-E994713F2C91}"/>
          </ac:spMkLst>
        </pc:spChg>
        <pc:spChg chg="add del">
          <ac:chgData name="Alexander Fahrenkrug" userId="48a66068-1ac8-42c8-a432-b0e429b652ac" providerId="ADAL" clId="{0279502A-DEA4-4F89-A5BC-8094FE65A76A}" dt="2024-02-29T16:41:49.103" v="532" actId="26606"/>
          <ac:spMkLst>
            <pc:docMk/>
            <pc:sldMk cId="4006815621" sldId="257"/>
            <ac:spMk id="159" creationId="{D60DC0FE-B192-4898-9A42-DD3CA1061184}"/>
          </ac:spMkLst>
        </pc:spChg>
        <pc:spChg chg="add del">
          <ac:chgData name="Alexander Fahrenkrug" userId="48a66068-1ac8-42c8-a432-b0e429b652ac" providerId="ADAL" clId="{0279502A-DEA4-4F89-A5BC-8094FE65A76A}" dt="2024-02-29T16:42:41.641" v="546" actId="26606"/>
          <ac:spMkLst>
            <pc:docMk/>
            <pc:sldMk cId="4006815621" sldId="257"/>
            <ac:spMk id="165" creationId="{4F8E18AC-903E-4B46-8CC0-FE20E612CE37}"/>
          </ac:spMkLst>
        </pc:spChg>
        <pc:spChg chg="add del">
          <ac:chgData name="Alexander Fahrenkrug" userId="48a66068-1ac8-42c8-a432-b0e429b652ac" providerId="ADAL" clId="{0279502A-DEA4-4F89-A5BC-8094FE65A76A}" dt="2024-02-29T16:42:41.641" v="546" actId="26606"/>
          <ac:spMkLst>
            <pc:docMk/>
            <pc:sldMk cId="4006815621" sldId="257"/>
            <ac:spMk id="166" creationId="{3DEE38FB-0763-470C-8A5E-44456B5130D7}"/>
          </ac:spMkLst>
        </pc:spChg>
        <pc:spChg chg="add del">
          <ac:chgData name="Alexander Fahrenkrug" userId="48a66068-1ac8-42c8-a432-b0e429b652ac" providerId="ADAL" clId="{0279502A-DEA4-4F89-A5BC-8094FE65A76A}" dt="2024-02-29T16:42:41.641" v="546" actId="26606"/>
          <ac:spMkLst>
            <pc:docMk/>
            <pc:sldMk cId="4006815621" sldId="257"/>
            <ac:spMk id="167" creationId="{F1D6E6C0-11C7-4A38-BD12-80741960B53C}"/>
          </ac:spMkLst>
        </pc:spChg>
        <pc:spChg chg="add del">
          <ac:chgData name="Alexander Fahrenkrug" userId="48a66068-1ac8-42c8-a432-b0e429b652ac" providerId="ADAL" clId="{0279502A-DEA4-4F89-A5BC-8094FE65A76A}" dt="2024-02-29T16:42:38.363" v="540" actId="26606"/>
          <ac:spMkLst>
            <pc:docMk/>
            <pc:sldMk cId="4006815621" sldId="257"/>
            <ac:spMk id="177" creationId="{295DBEFB-AF18-40AC-9D38-C38DDBAF0C1A}"/>
          </ac:spMkLst>
        </pc:spChg>
        <pc:spChg chg="add del">
          <ac:chgData name="Alexander Fahrenkrug" userId="48a66068-1ac8-42c8-a432-b0e429b652ac" providerId="ADAL" clId="{0279502A-DEA4-4F89-A5BC-8094FE65A76A}" dt="2024-02-29T16:42:38.363" v="540" actId="26606"/>
          <ac:spMkLst>
            <pc:docMk/>
            <pc:sldMk cId="4006815621" sldId="257"/>
            <ac:spMk id="179" creationId="{2BF149F8-2DEF-47E0-801E-6613E6698DAC}"/>
          </ac:spMkLst>
        </pc:spChg>
        <pc:spChg chg="add del">
          <ac:chgData name="Alexander Fahrenkrug" userId="48a66068-1ac8-42c8-a432-b0e429b652ac" providerId="ADAL" clId="{0279502A-DEA4-4F89-A5BC-8094FE65A76A}" dt="2024-02-29T16:42:38.363" v="540" actId="26606"/>
          <ac:spMkLst>
            <pc:docMk/>
            <pc:sldMk cId="4006815621" sldId="257"/>
            <ac:spMk id="181" creationId="{C8281224-063B-4327-819C-DF82BA103124}"/>
          </ac:spMkLst>
        </pc:spChg>
        <pc:spChg chg="add del">
          <ac:chgData name="Alexander Fahrenkrug" userId="48a66068-1ac8-42c8-a432-b0e429b652ac" providerId="ADAL" clId="{0279502A-DEA4-4F89-A5BC-8094FE65A76A}" dt="2024-02-29T16:42:38.363" v="540" actId="26606"/>
          <ac:spMkLst>
            <pc:docMk/>
            <pc:sldMk cId="4006815621" sldId="257"/>
            <ac:spMk id="189" creationId="{7B18CADE-0134-4106-B6F5-4EC8B7751A0E}"/>
          </ac:spMkLst>
        </pc:spChg>
        <pc:grpChg chg="add del">
          <ac:chgData name="Alexander Fahrenkrug" userId="48a66068-1ac8-42c8-a432-b0e429b652ac" providerId="ADAL" clId="{0279502A-DEA4-4F89-A5BC-8094FE65A76A}" dt="2024-02-29T16:32:46.946" v="187" actId="26606"/>
          <ac:grpSpMkLst>
            <pc:docMk/>
            <pc:sldMk cId="4006815621" sldId="257"/>
            <ac:grpSpMk id="8" creationId="{1D912E1C-3BBA-42F0-A3EE-FEC382E7230A}"/>
          </ac:grpSpMkLst>
        </pc:grpChg>
        <pc:grpChg chg="add del">
          <ac:chgData name="Alexander Fahrenkrug" userId="48a66068-1ac8-42c8-a432-b0e429b652ac" providerId="ADAL" clId="{0279502A-DEA4-4F89-A5BC-8094FE65A76A}" dt="2024-02-29T16:32:08.859" v="89" actId="26606"/>
          <ac:grpSpMkLst>
            <pc:docMk/>
            <pc:sldMk cId="4006815621" sldId="257"/>
            <ac:grpSpMk id="13" creationId="{1D912E1C-3BBA-42F0-A3EE-FEC382E7230A}"/>
          </ac:grpSpMkLst>
        </pc:grpChg>
        <pc:grpChg chg="add del">
          <ac:chgData name="Alexander Fahrenkrug" userId="48a66068-1ac8-42c8-a432-b0e429b652ac" providerId="ADAL" clId="{0279502A-DEA4-4F89-A5BC-8094FE65A76A}" dt="2024-02-29T16:42:43.408" v="548" actId="26606"/>
          <ac:grpSpMkLst>
            <pc:docMk/>
            <pc:sldMk cId="4006815621" sldId="257"/>
            <ac:grpSpMk id="15" creationId="{C310B041-3468-403A-926B-E3C1CF4433A2}"/>
          </ac:grpSpMkLst>
        </pc:grpChg>
        <pc:grpChg chg="add del">
          <ac:chgData name="Alexander Fahrenkrug" userId="48a66068-1ac8-42c8-a432-b0e429b652ac" providerId="ADAL" clId="{0279502A-DEA4-4F89-A5BC-8094FE65A76A}" dt="2024-02-29T16:32:57.109" v="189" actId="26606"/>
          <ac:grpSpMkLst>
            <pc:docMk/>
            <pc:sldMk cId="4006815621" sldId="257"/>
            <ac:grpSpMk id="50" creationId="{1D912E1C-3BBA-42F0-A3EE-FEC382E7230A}"/>
          </ac:grpSpMkLst>
        </pc:grpChg>
        <pc:grpChg chg="add del">
          <ac:chgData name="Alexander Fahrenkrug" userId="48a66068-1ac8-42c8-a432-b0e429b652ac" providerId="ADAL" clId="{0279502A-DEA4-4F89-A5BC-8094FE65A76A}" dt="2024-02-29T16:32:57.109" v="189" actId="26606"/>
          <ac:grpSpMkLst>
            <pc:docMk/>
            <pc:sldMk cId="4006815621" sldId="257"/>
            <ac:grpSpMk id="69" creationId="{AFCA5498-D019-48A6-B194-72CE1ABB0B3A}"/>
          </ac:grpSpMkLst>
        </pc:grpChg>
        <pc:grpChg chg="add del">
          <ac:chgData name="Alexander Fahrenkrug" userId="48a66068-1ac8-42c8-a432-b0e429b652ac" providerId="ADAL" clId="{0279502A-DEA4-4F89-A5BC-8094FE65A76A}" dt="2024-02-29T16:41:25.773" v="520" actId="26606"/>
          <ac:grpSpMkLst>
            <pc:docMk/>
            <pc:sldMk cId="4006815621" sldId="257"/>
            <ac:grpSpMk id="89" creationId="{2B16E781-E64A-4007-B0F1-5A50135A4276}"/>
          </ac:grpSpMkLst>
        </pc:grpChg>
        <pc:grpChg chg="add del">
          <ac:chgData name="Alexander Fahrenkrug" userId="48a66068-1ac8-42c8-a432-b0e429b652ac" providerId="ADAL" clId="{0279502A-DEA4-4F89-A5BC-8094FE65A76A}" dt="2024-02-29T16:41:26.942" v="522" actId="26606"/>
          <ac:grpSpMkLst>
            <pc:docMk/>
            <pc:sldMk cId="4006815621" sldId="257"/>
            <ac:grpSpMk id="102" creationId="{47154ABD-A760-4C29-A394-422706C2C032}"/>
          </ac:grpSpMkLst>
        </pc:grpChg>
        <pc:grpChg chg="add del">
          <ac:chgData name="Alexander Fahrenkrug" userId="48a66068-1ac8-42c8-a432-b0e429b652ac" providerId="ADAL" clId="{0279502A-DEA4-4F89-A5BC-8094FE65A76A}" dt="2024-02-29T16:41:28.507" v="524" actId="26606"/>
          <ac:grpSpMkLst>
            <pc:docMk/>
            <pc:sldMk cId="4006815621" sldId="257"/>
            <ac:grpSpMk id="112" creationId="{2B16E781-E64A-4007-B0F1-5A50135A4276}"/>
          </ac:grpSpMkLst>
        </pc:grpChg>
        <pc:grpChg chg="add del">
          <ac:chgData name="Alexander Fahrenkrug" userId="48a66068-1ac8-42c8-a432-b0e429b652ac" providerId="ADAL" clId="{0279502A-DEA4-4F89-A5BC-8094FE65A76A}" dt="2024-02-29T16:41:30.687" v="526" actId="26606"/>
          <ac:grpSpMkLst>
            <pc:docMk/>
            <pc:sldMk cId="4006815621" sldId="257"/>
            <ac:grpSpMk id="117" creationId="{47154ABD-A760-4C29-A394-422706C2C032}"/>
          </ac:grpSpMkLst>
        </pc:grpChg>
        <pc:grpChg chg="add del">
          <ac:chgData name="Alexander Fahrenkrug" userId="48a66068-1ac8-42c8-a432-b0e429b652ac" providerId="ADAL" clId="{0279502A-DEA4-4F89-A5BC-8094FE65A76A}" dt="2024-02-29T16:42:43.408" v="548" actId="26606"/>
          <ac:grpSpMkLst>
            <pc:docMk/>
            <pc:sldMk cId="4006815621" sldId="257"/>
            <ac:grpSpMk id="127" creationId="{47154ABD-A760-4C29-A394-422706C2C032}"/>
          </ac:grpSpMkLst>
        </pc:grpChg>
        <pc:grpChg chg="add del">
          <ac:chgData name="Alexander Fahrenkrug" userId="48a66068-1ac8-42c8-a432-b0e429b652ac" providerId="ADAL" clId="{0279502A-DEA4-4F89-A5BC-8094FE65A76A}" dt="2024-02-29T16:41:46.427" v="530" actId="26606"/>
          <ac:grpSpMkLst>
            <pc:docMk/>
            <pc:sldMk cId="4006815621" sldId="257"/>
            <ac:grpSpMk id="142" creationId="{D298E44A-DAE0-42C1-9379-0D41C4B0DA8A}"/>
          </ac:grpSpMkLst>
        </pc:grpChg>
        <pc:grpChg chg="add del">
          <ac:chgData name="Alexander Fahrenkrug" userId="48a66068-1ac8-42c8-a432-b0e429b652ac" providerId="ADAL" clId="{0279502A-DEA4-4F89-A5BC-8094FE65A76A}" dt="2024-02-29T16:41:49.103" v="532" actId="26606"/>
          <ac:grpSpMkLst>
            <pc:docMk/>
            <pc:sldMk cId="4006815621" sldId="257"/>
            <ac:grpSpMk id="160" creationId="{47154ABD-A760-4C29-A394-422706C2C032}"/>
          </ac:grpSpMkLst>
        </pc:grpChg>
        <pc:grpChg chg="add del">
          <ac:chgData name="Alexander Fahrenkrug" userId="48a66068-1ac8-42c8-a432-b0e429b652ac" providerId="ADAL" clId="{0279502A-DEA4-4F89-A5BC-8094FE65A76A}" dt="2024-02-29T16:42:41.641" v="546" actId="26606"/>
          <ac:grpSpMkLst>
            <pc:docMk/>
            <pc:sldMk cId="4006815621" sldId="257"/>
            <ac:grpSpMk id="168" creationId="{2B16E781-E64A-4007-B0F1-5A50135A4276}"/>
          </ac:grpSpMkLst>
        </pc:grpChg>
        <pc:grpChg chg="add del">
          <ac:chgData name="Alexander Fahrenkrug" userId="48a66068-1ac8-42c8-a432-b0e429b652ac" providerId="ADAL" clId="{0279502A-DEA4-4F89-A5BC-8094FE65A76A}" dt="2024-02-29T16:42:38.363" v="540" actId="26606"/>
          <ac:grpSpMkLst>
            <pc:docMk/>
            <pc:sldMk cId="4006815621" sldId="257"/>
            <ac:grpSpMk id="183" creationId="{074E60FF-2E08-427F-ABDE-24492653C61C}"/>
          </ac:grpSpMkLst>
        </pc:grpChg>
        <pc:graphicFrameChg chg="add del mod ord modGraphic">
          <ac:chgData name="Alexander Fahrenkrug" userId="48a66068-1ac8-42c8-a432-b0e429b652ac" providerId="ADAL" clId="{0279502A-DEA4-4F89-A5BC-8094FE65A76A}" dt="2024-02-29T16:45:21.865" v="588" actId="478"/>
          <ac:graphicFrameMkLst>
            <pc:docMk/>
            <pc:sldMk cId="4006815621" sldId="257"/>
            <ac:graphicFrameMk id="24" creationId="{D85270F4-7472-9476-739B-6433E2D5E7B0}"/>
          </ac:graphicFrameMkLst>
        </pc:graphicFrameChg>
        <pc:picChg chg="add del">
          <ac:chgData name="Alexander Fahrenkrug" userId="48a66068-1ac8-42c8-a432-b0e429b652ac" providerId="ADAL" clId="{0279502A-DEA4-4F89-A5BC-8094FE65A76A}" dt="2024-02-29T16:32:08.859" v="89" actId="26606"/>
          <ac:picMkLst>
            <pc:docMk/>
            <pc:sldMk cId="4006815621" sldId="257"/>
            <ac:picMk id="5" creationId="{5692C5F4-E38D-F342-8843-31F59D3CE0C5}"/>
          </ac:picMkLst>
        </pc:picChg>
        <pc:picChg chg="add del">
          <ac:chgData name="Alexander Fahrenkrug" userId="48a66068-1ac8-42c8-a432-b0e429b652ac" providerId="ADAL" clId="{0279502A-DEA4-4F89-A5BC-8094FE65A76A}" dt="2024-02-29T16:32:46.946" v="187" actId="26606"/>
          <ac:picMkLst>
            <pc:docMk/>
            <pc:sldMk cId="4006815621" sldId="257"/>
            <ac:picMk id="12" creationId="{E35D6E8B-1690-288D-54A4-DB0085EAEB27}"/>
          </ac:picMkLst>
        </pc:picChg>
        <pc:picChg chg="add del">
          <ac:chgData name="Alexander Fahrenkrug" userId="48a66068-1ac8-42c8-a432-b0e429b652ac" providerId="ADAL" clId="{0279502A-DEA4-4F89-A5BC-8094FE65A76A}" dt="2024-02-29T16:32:57.109" v="189" actId="26606"/>
          <ac:picMkLst>
            <pc:docMk/>
            <pc:sldMk cId="4006815621" sldId="257"/>
            <ac:picMk id="67" creationId="{C8CA5B18-E823-0D23-25A2-636904150479}"/>
          </ac:picMkLst>
        </pc:picChg>
        <pc:picChg chg="add mod">
          <ac:chgData name="Alexander Fahrenkrug" userId="48a66068-1ac8-42c8-a432-b0e429b652ac" providerId="ADAL" clId="{0279502A-DEA4-4F89-A5BC-8094FE65A76A}" dt="2024-03-18T14:07:30.786" v="704" actId="14100"/>
          <ac:picMkLst>
            <pc:docMk/>
            <pc:sldMk cId="4006815621" sldId="257"/>
            <ac:picMk id="78" creationId="{7D9804F6-D0A4-6690-B12C-6DFF4B53E544}"/>
          </ac:picMkLst>
        </pc:picChg>
        <pc:picChg chg="add del">
          <ac:chgData name="Alexander Fahrenkrug" userId="48a66068-1ac8-42c8-a432-b0e429b652ac" providerId="ADAL" clId="{0279502A-DEA4-4F89-A5BC-8094FE65A76A}" dt="2024-02-29T16:41:46.427" v="530" actId="26606"/>
          <ac:picMkLst>
            <pc:docMk/>
            <pc:sldMk cId="4006815621" sldId="257"/>
            <ac:picMk id="138" creationId="{413231A3-8E47-4F9B-B0F4-6509F2336963}"/>
          </ac:picMkLst>
        </pc:picChg>
        <pc:picChg chg="add del">
          <ac:chgData name="Alexander Fahrenkrug" userId="48a66068-1ac8-42c8-a432-b0e429b652ac" providerId="ADAL" clId="{0279502A-DEA4-4F89-A5BC-8094FE65A76A}" dt="2024-02-29T16:41:46.427" v="530" actId="26606"/>
          <ac:picMkLst>
            <pc:docMk/>
            <pc:sldMk cId="4006815621" sldId="257"/>
            <ac:picMk id="151" creationId="{F70DE5F8-F2EA-45D4-98E6-B99DF03F423A}"/>
          </ac:picMkLst>
        </pc:picChg>
        <pc:picChg chg="add del">
          <ac:chgData name="Alexander Fahrenkrug" userId="48a66068-1ac8-42c8-a432-b0e429b652ac" providerId="ADAL" clId="{0279502A-DEA4-4F89-A5BC-8094FE65A76A}" dt="2024-02-29T16:41:46.427" v="530" actId="26606"/>
          <ac:picMkLst>
            <pc:docMk/>
            <pc:sldMk cId="4006815621" sldId="257"/>
            <ac:picMk id="155" creationId="{261725B9-E9CB-492E-9A0C-7ED31610F1F3}"/>
          </ac:picMkLst>
        </pc:picChg>
        <pc:picChg chg="add del">
          <ac:chgData name="Alexander Fahrenkrug" userId="48a66068-1ac8-42c8-a432-b0e429b652ac" providerId="ADAL" clId="{0279502A-DEA4-4F89-A5BC-8094FE65A76A}" dt="2024-02-29T16:42:38.363" v="540" actId="26606"/>
          <ac:picMkLst>
            <pc:docMk/>
            <pc:sldMk cId="4006815621" sldId="257"/>
            <ac:picMk id="191" creationId="{1DAB2FA3-EE10-42B7-BBDB-B701E9DDDF5E}"/>
          </ac:picMkLst>
        </pc:picChg>
        <pc:picChg chg="add del">
          <ac:chgData name="Alexander Fahrenkrug" userId="48a66068-1ac8-42c8-a432-b0e429b652ac" providerId="ADAL" clId="{0279502A-DEA4-4F89-A5BC-8094FE65A76A}" dt="2024-02-29T16:42:38.363" v="540" actId="26606"/>
          <ac:picMkLst>
            <pc:docMk/>
            <pc:sldMk cId="4006815621" sldId="257"/>
            <ac:picMk id="193" creationId="{B7B2B5DA-BB14-4461-ADE0-07DACEEEDAEF}"/>
          </ac:picMkLst>
        </pc:picChg>
      </pc:sldChg>
      <pc:sldChg chg="addSp modSp new mod setBg setFolMasterObjs">
        <pc:chgData name="Alexander Fahrenkrug" userId="48a66068-1ac8-42c8-a432-b0e429b652ac" providerId="ADAL" clId="{0279502A-DEA4-4F89-A5BC-8094FE65A76A}" dt="2024-03-18T14:21:53.389" v="1130" actId="26606"/>
        <pc:sldMkLst>
          <pc:docMk/>
          <pc:sldMk cId="2854955566" sldId="258"/>
        </pc:sldMkLst>
        <pc:spChg chg="mod">
          <ac:chgData name="Alexander Fahrenkrug" userId="48a66068-1ac8-42c8-a432-b0e429b652ac" providerId="ADAL" clId="{0279502A-DEA4-4F89-A5BC-8094FE65A76A}" dt="2024-03-18T14:21:53.389" v="1130" actId="26606"/>
          <ac:spMkLst>
            <pc:docMk/>
            <pc:sldMk cId="2854955566" sldId="258"/>
            <ac:spMk id="2" creationId="{B0C2FE67-82A6-352C-4958-BF7B2EE39C6D}"/>
          </ac:spMkLst>
        </pc:spChg>
        <pc:spChg chg="mod">
          <ac:chgData name="Alexander Fahrenkrug" userId="48a66068-1ac8-42c8-a432-b0e429b652ac" providerId="ADAL" clId="{0279502A-DEA4-4F89-A5BC-8094FE65A76A}" dt="2024-03-18T14:21:53.389" v="1130" actId="26606"/>
          <ac:spMkLst>
            <pc:docMk/>
            <pc:sldMk cId="2854955566" sldId="258"/>
            <ac:spMk id="3" creationId="{0CAACA88-6F0C-7EAA-1347-9F52D687016A}"/>
          </ac:spMkLst>
        </pc:spChg>
        <pc:spChg chg="add">
          <ac:chgData name="Alexander Fahrenkrug" userId="48a66068-1ac8-42c8-a432-b0e429b652ac" providerId="ADAL" clId="{0279502A-DEA4-4F89-A5BC-8094FE65A76A}" dt="2024-03-18T14:21:53.389" v="1130" actId="26606"/>
          <ac:spMkLst>
            <pc:docMk/>
            <pc:sldMk cId="2854955566" sldId="258"/>
            <ac:spMk id="9" creationId="{458183E0-58D3-4C7F-97F0-2494113B38F6}"/>
          </ac:spMkLst>
        </pc:spChg>
        <pc:spChg chg="add">
          <ac:chgData name="Alexander Fahrenkrug" userId="48a66068-1ac8-42c8-a432-b0e429b652ac" providerId="ADAL" clId="{0279502A-DEA4-4F89-A5BC-8094FE65A76A}" dt="2024-03-18T14:21:53.389" v="1130" actId="26606"/>
          <ac:spMkLst>
            <pc:docMk/>
            <pc:sldMk cId="2854955566" sldId="258"/>
            <ac:spMk id="11" creationId="{493D7220-9A41-4B89-8A05-2E854925EDA1}"/>
          </ac:spMkLst>
        </pc:spChg>
        <pc:grpChg chg="add">
          <ac:chgData name="Alexander Fahrenkrug" userId="48a66068-1ac8-42c8-a432-b0e429b652ac" providerId="ADAL" clId="{0279502A-DEA4-4F89-A5BC-8094FE65A76A}" dt="2024-03-18T14:21:53.389" v="1130" actId="26606"/>
          <ac:grpSpMkLst>
            <pc:docMk/>
            <pc:sldMk cId="2854955566" sldId="258"/>
            <ac:grpSpMk id="13" creationId="{C1F869AB-954B-4EAB-8260-60AE9C8D0C6F}"/>
          </ac:grpSpMkLst>
        </pc:grpChg>
        <pc:picChg chg="add">
          <ac:chgData name="Alexander Fahrenkrug" userId="48a66068-1ac8-42c8-a432-b0e429b652ac" providerId="ADAL" clId="{0279502A-DEA4-4F89-A5BC-8094FE65A76A}" dt="2024-03-18T14:21:53.389" v="1130" actId="26606"/>
          <ac:picMkLst>
            <pc:docMk/>
            <pc:sldMk cId="2854955566" sldId="258"/>
            <ac:picMk id="5" creationId="{F47D025E-7C16-BA84-8638-A55A75D9131B}"/>
          </ac:picMkLst>
        </pc:picChg>
      </pc:sldChg>
      <pc:sldChg chg="modSp new del mod">
        <pc:chgData name="Alexander Fahrenkrug" userId="48a66068-1ac8-42c8-a432-b0e429b652ac" providerId="ADAL" clId="{0279502A-DEA4-4F89-A5BC-8094FE65A76A}" dt="2024-03-18T14:13:29.676" v="959" actId="47"/>
        <pc:sldMkLst>
          <pc:docMk/>
          <pc:sldMk cId="3773338475" sldId="259"/>
        </pc:sldMkLst>
        <pc:spChg chg="mod">
          <ac:chgData name="Alexander Fahrenkrug" userId="48a66068-1ac8-42c8-a432-b0e429b652ac" providerId="ADAL" clId="{0279502A-DEA4-4F89-A5BC-8094FE65A76A}" dt="2024-03-18T14:13:20.530" v="957" actId="20577"/>
          <ac:spMkLst>
            <pc:docMk/>
            <pc:sldMk cId="3773338475" sldId="259"/>
            <ac:spMk id="2" creationId="{A45DDF58-3FB6-E10F-3432-679FF99D28B4}"/>
          </ac:spMkLst>
        </pc:spChg>
      </pc:sldChg>
      <pc:sldChg chg="addSp modSp new mod setBg setFolMasterObjs">
        <pc:chgData name="Alexander Fahrenkrug" userId="48a66068-1ac8-42c8-a432-b0e429b652ac" providerId="ADAL" clId="{0279502A-DEA4-4F89-A5BC-8094FE65A76A}" dt="2024-03-18T14:22:40.660" v="1137" actId="14100"/>
        <pc:sldMkLst>
          <pc:docMk/>
          <pc:sldMk cId="3604576326" sldId="260"/>
        </pc:sldMkLst>
        <pc:spChg chg="add mod">
          <ac:chgData name="Alexander Fahrenkrug" userId="48a66068-1ac8-42c8-a432-b0e429b652ac" providerId="ADAL" clId="{0279502A-DEA4-4F89-A5BC-8094FE65A76A}" dt="2024-03-18T14:22:40.660" v="1137" actId="14100"/>
          <ac:spMkLst>
            <pc:docMk/>
            <pc:sldMk cId="3604576326" sldId="260"/>
            <ac:spMk id="2" creationId="{9BB0BDD9-69F4-EF3A-6372-160CC461D382}"/>
          </ac:spMkLst>
        </pc:spChg>
        <pc:spChg chg="add">
          <ac:chgData name="Alexander Fahrenkrug" userId="48a66068-1ac8-42c8-a432-b0e429b652ac" providerId="ADAL" clId="{0279502A-DEA4-4F89-A5BC-8094FE65A76A}" dt="2024-03-18T14:22:05.952" v="1131" actId="26606"/>
          <ac:spMkLst>
            <pc:docMk/>
            <pc:sldMk cId="3604576326" sldId="260"/>
            <ac:spMk id="8" creationId="{99B5B3C5-A599-465B-B2B9-866E8B2087CE}"/>
          </ac:spMkLst>
        </pc:spChg>
        <pc:spChg chg="add">
          <ac:chgData name="Alexander Fahrenkrug" userId="48a66068-1ac8-42c8-a432-b0e429b652ac" providerId="ADAL" clId="{0279502A-DEA4-4F89-A5BC-8094FE65A76A}" dt="2024-03-18T14:22:05.952" v="1131" actId="26606"/>
          <ac:spMkLst>
            <pc:docMk/>
            <pc:sldMk cId="3604576326" sldId="260"/>
            <ac:spMk id="10" creationId="{25C84982-7DD0-43B1-8A2D-BFA4DF1B4E60}"/>
          </ac:spMkLst>
        </pc:spChg>
        <pc:spChg chg="add">
          <ac:chgData name="Alexander Fahrenkrug" userId="48a66068-1ac8-42c8-a432-b0e429b652ac" providerId="ADAL" clId="{0279502A-DEA4-4F89-A5BC-8094FE65A76A}" dt="2024-03-18T14:22:05.952" v="1131" actId="26606"/>
          <ac:spMkLst>
            <pc:docMk/>
            <pc:sldMk cId="3604576326" sldId="260"/>
            <ac:spMk id="29" creationId="{458183E0-58D3-4C7F-97F0-2494113B38F6}"/>
          </ac:spMkLst>
        </pc:spChg>
        <pc:spChg chg="add">
          <ac:chgData name="Alexander Fahrenkrug" userId="48a66068-1ac8-42c8-a432-b0e429b652ac" providerId="ADAL" clId="{0279502A-DEA4-4F89-A5BC-8094FE65A76A}" dt="2024-03-18T14:22:05.952" v="1131" actId="26606"/>
          <ac:spMkLst>
            <pc:docMk/>
            <pc:sldMk cId="3604576326" sldId="260"/>
            <ac:spMk id="31" creationId="{493D7220-9A41-4B89-8A05-2E854925EDA1}"/>
          </ac:spMkLst>
        </pc:spChg>
        <pc:grpChg chg="add">
          <ac:chgData name="Alexander Fahrenkrug" userId="48a66068-1ac8-42c8-a432-b0e429b652ac" providerId="ADAL" clId="{0279502A-DEA4-4F89-A5BC-8094FE65A76A}" dt="2024-03-18T14:22:05.952" v="1131" actId="26606"/>
          <ac:grpSpMkLst>
            <pc:docMk/>
            <pc:sldMk cId="3604576326" sldId="260"/>
            <ac:grpSpMk id="12" creationId="{1D912E1C-3BBA-42F0-A3EE-FEC382E7230A}"/>
          </ac:grpSpMkLst>
        </pc:grpChg>
        <pc:grpChg chg="add">
          <ac:chgData name="Alexander Fahrenkrug" userId="48a66068-1ac8-42c8-a432-b0e429b652ac" providerId="ADAL" clId="{0279502A-DEA4-4F89-A5BC-8094FE65A76A}" dt="2024-03-18T14:22:05.952" v="1131" actId="26606"/>
          <ac:grpSpMkLst>
            <pc:docMk/>
            <pc:sldMk cId="3604576326" sldId="260"/>
            <ac:grpSpMk id="33" creationId="{C1F869AB-954B-4EAB-8260-60AE9C8D0C6F}"/>
          </ac:grpSpMkLst>
        </pc:grpChg>
        <pc:picChg chg="add">
          <ac:chgData name="Alexander Fahrenkrug" userId="48a66068-1ac8-42c8-a432-b0e429b652ac" providerId="ADAL" clId="{0279502A-DEA4-4F89-A5BC-8094FE65A76A}" dt="2024-03-18T14:22:05.952" v="1131" actId="26606"/>
          <ac:picMkLst>
            <pc:docMk/>
            <pc:sldMk cId="3604576326" sldId="260"/>
            <ac:picMk id="4" creationId="{B1B31076-DE0C-5FFA-B861-831E67C7F28C}"/>
          </ac:picMkLst>
        </pc:picChg>
      </pc:sldChg>
      <pc:sldChg chg="addSp delSp modSp new mod setBg">
        <pc:chgData name="Alexander Fahrenkrug" userId="48a66068-1ac8-42c8-a432-b0e429b652ac" providerId="ADAL" clId="{0279502A-DEA4-4F89-A5BC-8094FE65A76A}" dt="2024-03-18T14:20:37.669" v="1124"/>
        <pc:sldMkLst>
          <pc:docMk/>
          <pc:sldMk cId="2987677097" sldId="261"/>
        </pc:sldMkLst>
        <pc:spChg chg="del mod">
          <ac:chgData name="Alexander Fahrenkrug" userId="48a66068-1ac8-42c8-a432-b0e429b652ac" providerId="ADAL" clId="{0279502A-DEA4-4F89-A5BC-8094FE65A76A}" dt="2024-03-18T14:17:17.525" v="1044" actId="478"/>
          <ac:spMkLst>
            <pc:docMk/>
            <pc:sldMk cId="2987677097" sldId="261"/>
            <ac:spMk id="2" creationId="{63E0CF36-5CE6-53DB-B5AD-988A7A822ABD}"/>
          </ac:spMkLst>
        </pc:spChg>
        <pc:spChg chg="del">
          <ac:chgData name="Alexander Fahrenkrug" userId="48a66068-1ac8-42c8-a432-b0e429b652ac" providerId="ADAL" clId="{0279502A-DEA4-4F89-A5BC-8094FE65A76A}" dt="2024-03-18T14:16:01.785" v="997" actId="931"/>
          <ac:spMkLst>
            <pc:docMk/>
            <pc:sldMk cId="2987677097" sldId="261"/>
            <ac:spMk id="3" creationId="{9972FCC9-F995-F71B-1BD1-43158FDADF30}"/>
          </ac:spMkLst>
        </pc:spChg>
        <pc:picChg chg="add mod">
          <ac:chgData name="Alexander Fahrenkrug" userId="48a66068-1ac8-42c8-a432-b0e429b652ac" providerId="ADAL" clId="{0279502A-DEA4-4F89-A5BC-8094FE65A76A}" dt="2024-03-18T14:17:24.827" v="1046" actId="1076"/>
          <ac:picMkLst>
            <pc:docMk/>
            <pc:sldMk cId="2987677097" sldId="261"/>
            <ac:picMk id="5" creationId="{BED5955F-942E-741C-E275-1520CB418300}"/>
          </ac:picMkLst>
        </pc:picChg>
      </pc:sldChg>
      <pc:sldChg chg="addSp modSp new mod setBg">
        <pc:chgData name="Alexander Fahrenkrug" userId="48a66068-1ac8-42c8-a432-b0e429b652ac" providerId="ADAL" clId="{0279502A-DEA4-4F89-A5BC-8094FE65A76A}" dt="2024-03-18T14:20:37.669" v="1124"/>
        <pc:sldMkLst>
          <pc:docMk/>
          <pc:sldMk cId="3502684274" sldId="262"/>
        </pc:sldMkLst>
        <pc:picChg chg="add mod">
          <ac:chgData name="Alexander Fahrenkrug" userId="48a66068-1ac8-42c8-a432-b0e429b652ac" providerId="ADAL" clId="{0279502A-DEA4-4F89-A5BC-8094FE65A76A}" dt="2024-03-18T14:18:44.214" v="1055" actId="27614"/>
          <ac:picMkLst>
            <pc:docMk/>
            <pc:sldMk cId="3502684274" sldId="262"/>
            <ac:picMk id="3" creationId="{8700D680-3B1C-43C6-2FC8-C784259C834B}"/>
          </ac:picMkLst>
        </pc:picChg>
      </pc:sldChg>
      <pc:sldChg chg="addSp modSp add mod setBg">
        <pc:chgData name="Alexander Fahrenkrug" userId="48a66068-1ac8-42c8-a432-b0e429b652ac" providerId="ADAL" clId="{0279502A-DEA4-4F89-A5BC-8094FE65A76A}" dt="2024-03-18T14:20:37.669" v="1124"/>
        <pc:sldMkLst>
          <pc:docMk/>
          <pc:sldMk cId="1845611682" sldId="263"/>
        </pc:sldMkLst>
        <pc:picChg chg="add mod">
          <ac:chgData name="Alexander Fahrenkrug" userId="48a66068-1ac8-42c8-a432-b0e429b652ac" providerId="ADAL" clId="{0279502A-DEA4-4F89-A5BC-8094FE65A76A}" dt="2024-03-18T14:19:05.326" v="1063" actId="962"/>
          <ac:picMkLst>
            <pc:docMk/>
            <pc:sldMk cId="1845611682" sldId="263"/>
            <ac:picMk id="3" creationId="{6D3B4A21-9331-8E59-1D89-86F463D15E46}"/>
          </ac:picMkLst>
        </pc:picChg>
      </pc:sldChg>
      <pc:sldChg chg="addSp modSp add mod setBg">
        <pc:chgData name="Alexander Fahrenkrug" userId="48a66068-1ac8-42c8-a432-b0e429b652ac" providerId="ADAL" clId="{0279502A-DEA4-4F89-A5BC-8094FE65A76A}" dt="2024-03-18T14:20:37.669" v="1124"/>
        <pc:sldMkLst>
          <pc:docMk/>
          <pc:sldMk cId="1291130403" sldId="264"/>
        </pc:sldMkLst>
        <pc:picChg chg="add mod">
          <ac:chgData name="Alexander Fahrenkrug" userId="48a66068-1ac8-42c8-a432-b0e429b652ac" providerId="ADAL" clId="{0279502A-DEA4-4F89-A5BC-8094FE65A76A}" dt="2024-03-18T14:18:51.378" v="1058" actId="962"/>
          <ac:picMkLst>
            <pc:docMk/>
            <pc:sldMk cId="1291130403" sldId="264"/>
            <ac:picMk id="3" creationId="{EE401542-3245-F012-F369-949FFE517DCF}"/>
          </ac:picMkLst>
        </pc:picChg>
      </pc:sldChg>
      <pc:sldChg chg="new del">
        <pc:chgData name="Alexander Fahrenkrug" userId="48a66068-1ac8-42c8-a432-b0e429b652ac" providerId="ADAL" clId="{0279502A-DEA4-4F89-A5BC-8094FE65A76A}" dt="2024-03-18T14:19:52.182" v="1070" actId="2696"/>
        <pc:sldMkLst>
          <pc:docMk/>
          <pc:sldMk cId="620235327" sldId="265"/>
        </pc:sldMkLst>
      </pc:sldChg>
      <pc:sldChg chg="new del">
        <pc:chgData name="Alexander Fahrenkrug" userId="48a66068-1ac8-42c8-a432-b0e429b652ac" providerId="ADAL" clId="{0279502A-DEA4-4F89-A5BC-8094FE65A76A}" dt="2024-03-18T14:19:33.557" v="1065" actId="2696"/>
        <pc:sldMkLst>
          <pc:docMk/>
          <pc:sldMk cId="1383046850" sldId="265"/>
        </pc:sldMkLst>
      </pc:sldChg>
      <pc:sldChg chg="modSp add mod ord">
        <pc:chgData name="Alexander Fahrenkrug" userId="48a66068-1ac8-42c8-a432-b0e429b652ac" providerId="ADAL" clId="{0279502A-DEA4-4F89-A5BC-8094FE65A76A}" dt="2024-03-18T14:19:59.233" v="1102" actId="20577"/>
        <pc:sldMkLst>
          <pc:docMk/>
          <pc:sldMk cId="2781138669" sldId="266"/>
        </pc:sldMkLst>
        <pc:spChg chg="mod">
          <ac:chgData name="Alexander Fahrenkrug" userId="48a66068-1ac8-42c8-a432-b0e429b652ac" providerId="ADAL" clId="{0279502A-DEA4-4F89-A5BC-8094FE65A76A}" dt="2024-03-18T14:19:59.233" v="1102" actId="20577"/>
          <ac:spMkLst>
            <pc:docMk/>
            <pc:sldMk cId="2781138669" sldId="266"/>
            <ac:spMk id="2" creationId="{9BB0BDD9-69F4-EF3A-6372-160CC461D382}"/>
          </ac:spMkLst>
        </pc:spChg>
      </pc:sldChg>
      <pc:sldChg chg="modSp add mod">
        <pc:chgData name="Alexander Fahrenkrug" userId="48a66068-1ac8-42c8-a432-b0e429b652ac" providerId="ADAL" clId="{0279502A-DEA4-4F89-A5BC-8094FE65A76A}" dt="2024-03-18T14:20:17.761" v="1122" actId="20577"/>
        <pc:sldMkLst>
          <pc:docMk/>
          <pc:sldMk cId="1979191188" sldId="267"/>
        </pc:sldMkLst>
        <pc:spChg chg="mod">
          <ac:chgData name="Alexander Fahrenkrug" userId="48a66068-1ac8-42c8-a432-b0e429b652ac" providerId="ADAL" clId="{0279502A-DEA4-4F89-A5BC-8094FE65A76A}" dt="2024-03-18T14:20:17.761" v="1122" actId="20577"/>
          <ac:spMkLst>
            <pc:docMk/>
            <pc:sldMk cId="1979191188" sldId="267"/>
            <ac:spMk id="2" creationId="{9BB0BDD9-69F4-EF3A-6372-160CC461D382}"/>
          </ac:spMkLst>
        </pc:spChg>
      </pc:sldChg>
      <pc:sldChg chg="new del">
        <pc:chgData name="Alexander Fahrenkrug" userId="48a66068-1ac8-42c8-a432-b0e429b652ac" providerId="ADAL" clId="{0279502A-DEA4-4F89-A5BC-8094FE65A76A}" dt="2024-03-18T14:20:09.011" v="1104" actId="680"/>
        <pc:sldMkLst>
          <pc:docMk/>
          <pc:sldMk cId="3512582346" sldId="267"/>
        </pc:sldMkLst>
      </pc:sldChg>
      <pc:sldMasterChg chg="setBg modSldLayout">
        <pc:chgData name="Alexander Fahrenkrug" userId="48a66068-1ac8-42c8-a432-b0e429b652ac" providerId="ADAL" clId="{0279502A-DEA4-4F89-A5BC-8094FE65A76A}" dt="2024-03-18T14:20:59.732" v="1126"/>
        <pc:sldMasterMkLst>
          <pc:docMk/>
          <pc:sldMasterMk cId="1828588208" sldId="2147483660"/>
        </pc:sldMasterMkLst>
        <pc:sldLayoutChg chg="setBg">
          <pc:chgData name="Alexander Fahrenkrug" userId="48a66068-1ac8-42c8-a432-b0e429b652ac" providerId="ADAL" clId="{0279502A-DEA4-4F89-A5BC-8094FE65A76A}" dt="2024-03-18T14:20:59.732" v="1126"/>
          <pc:sldLayoutMkLst>
            <pc:docMk/>
            <pc:sldMasterMk cId="1828588208" sldId="2147483660"/>
            <pc:sldLayoutMk cId="961836253" sldId="2147483661"/>
          </pc:sldLayoutMkLst>
        </pc:sldLayoutChg>
        <pc:sldLayoutChg chg="setBg">
          <pc:chgData name="Alexander Fahrenkrug" userId="48a66068-1ac8-42c8-a432-b0e429b652ac" providerId="ADAL" clId="{0279502A-DEA4-4F89-A5BC-8094FE65A76A}" dt="2024-03-18T14:20:59.732" v="1126"/>
          <pc:sldLayoutMkLst>
            <pc:docMk/>
            <pc:sldMasterMk cId="1828588208" sldId="2147483660"/>
            <pc:sldLayoutMk cId="2241536012" sldId="2147483662"/>
          </pc:sldLayoutMkLst>
        </pc:sldLayoutChg>
        <pc:sldLayoutChg chg="setBg">
          <pc:chgData name="Alexander Fahrenkrug" userId="48a66068-1ac8-42c8-a432-b0e429b652ac" providerId="ADAL" clId="{0279502A-DEA4-4F89-A5BC-8094FE65A76A}" dt="2024-03-18T14:20:59.732" v="1126"/>
          <pc:sldLayoutMkLst>
            <pc:docMk/>
            <pc:sldMasterMk cId="1828588208" sldId="2147483660"/>
            <pc:sldLayoutMk cId="3841550889" sldId="2147483663"/>
          </pc:sldLayoutMkLst>
        </pc:sldLayoutChg>
        <pc:sldLayoutChg chg="setBg">
          <pc:chgData name="Alexander Fahrenkrug" userId="48a66068-1ac8-42c8-a432-b0e429b652ac" providerId="ADAL" clId="{0279502A-DEA4-4F89-A5BC-8094FE65A76A}" dt="2024-03-18T14:20:59.732" v="1126"/>
          <pc:sldLayoutMkLst>
            <pc:docMk/>
            <pc:sldMasterMk cId="1828588208" sldId="2147483660"/>
            <pc:sldLayoutMk cId="3340917874" sldId="2147483664"/>
          </pc:sldLayoutMkLst>
        </pc:sldLayoutChg>
        <pc:sldLayoutChg chg="setBg">
          <pc:chgData name="Alexander Fahrenkrug" userId="48a66068-1ac8-42c8-a432-b0e429b652ac" providerId="ADAL" clId="{0279502A-DEA4-4F89-A5BC-8094FE65A76A}" dt="2024-03-18T14:20:59.732" v="1126"/>
          <pc:sldLayoutMkLst>
            <pc:docMk/>
            <pc:sldMasterMk cId="1828588208" sldId="2147483660"/>
            <pc:sldLayoutMk cId="892941057" sldId="2147483665"/>
          </pc:sldLayoutMkLst>
        </pc:sldLayoutChg>
        <pc:sldLayoutChg chg="setBg">
          <pc:chgData name="Alexander Fahrenkrug" userId="48a66068-1ac8-42c8-a432-b0e429b652ac" providerId="ADAL" clId="{0279502A-DEA4-4F89-A5BC-8094FE65A76A}" dt="2024-03-18T14:20:59.732" v="1126"/>
          <pc:sldLayoutMkLst>
            <pc:docMk/>
            <pc:sldMasterMk cId="1828588208" sldId="2147483660"/>
            <pc:sldLayoutMk cId="1506280930" sldId="2147483666"/>
          </pc:sldLayoutMkLst>
        </pc:sldLayoutChg>
        <pc:sldLayoutChg chg="setBg">
          <pc:chgData name="Alexander Fahrenkrug" userId="48a66068-1ac8-42c8-a432-b0e429b652ac" providerId="ADAL" clId="{0279502A-DEA4-4F89-A5BC-8094FE65A76A}" dt="2024-03-18T14:20:59.732" v="1126"/>
          <pc:sldLayoutMkLst>
            <pc:docMk/>
            <pc:sldMasterMk cId="1828588208" sldId="2147483660"/>
            <pc:sldLayoutMk cId="1056183490" sldId="2147483667"/>
          </pc:sldLayoutMkLst>
        </pc:sldLayoutChg>
        <pc:sldLayoutChg chg="setBg">
          <pc:chgData name="Alexander Fahrenkrug" userId="48a66068-1ac8-42c8-a432-b0e429b652ac" providerId="ADAL" clId="{0279502A-DEA4-4F89-A5BC-8094FE65A76A}" dt="2024-03-18T14:20:59.732" v="1126"/>
          <pc:sldLayoutMkLst>
            <pc:docMk/>
            <pc:sldMasterMk cId="1828588208" sldId="2147483660"/>
            <pc:sldLayoutMk cId="2801073757" sldId="2147483668"/>
          </pc:sldLayoutMkLst>
        </pc:sldLayoutChg>
        <pc:sldLayoutChg chg="setBg">
          <pc:chgData name="Alexander Fahrenkrug" userId="48a66068-1ac8-42c8-a432-b0e429b652ac" providerId="ADAL" clId="{0279502A-DEA4-4F89-A5BC-8094FE65A76A}" dt="2024-03-18T14:20:59.732" v="1126"/>
          <pc:sldLayoutMkLst>
            <pc:docMk/>
            <pc:sldMasterMk cId="1828588208" sldId="2147483660"/>
            <pc:sldLayoutMk cId="1062774017" sldId="2147483669"/>
          </pc:sldLayoutMkLst>
        </pc:sldLayoutChg>
        <pc:sldLayoutChg chg="setBg">
          <pc:chgData name="Alexander Fahrenkrug" userId="48a66068-1ac8-42c8-a432-b0e429b652ac" providerId="ADAL" clId="{0279502A-DEA4-4F89-A5BC-8094FE65A76A}" dt="2024-03-18T14:20:59.732" v="1126"/>
          <pc:sldLayoutMkLst>
            <pc:docMk/>
            <pc:sldMasterMk cId="1828588208" sldId="2147483660"/>
            <pc:sldLayoutMk cId="1963797955" sldId="2147483670"/>
          </pc:sldLayoutMkLst>
        </pc:sldLayoutChg>
        <pc:sldLayoutChg chg="setBg">
          <pc:chgData name="Alexander Fahrenkrug" userId="48a66068-1ac8-42c8-a432-b0e429b652ac" providerId="ADAL" clId="{0279502A-DEA4-4F89-A5BC-8094FE65A76A}" dt="2024-03-18T14:20:59.732" v="1126"/>
          <pc:sldLayoutMkLst>
            <pc:docMk/>
            <pc:sldMasterMk cId="1828588208" sldId="2147483660"/>
            <pc:sldLayoutMk cId="2188272961" sldId="2147483671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058BF-C5E1-4B52-BD8A-FD1AD5779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CD51F7-3CC3-4BB7-8291-B1789482E8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20447-D6C7-43E1-AE88-1FB66CC9C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A76A3-ADC8-4477-8FC1-B9DD55D84908}" type="datetime1">
              <a:rPr lang="en-US" smtClean="0"/>
              <a:t>3/18/2024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E17B6-E7FC-473A-8D5F-0E6B838EA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AF4E0-FDDB-42B9-862C-7BBC501CD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272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736C8-0B4F-4655-A630-0B1D2540B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8B888-85E0-4D92-903E-C3FE7E870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48916-250B-4232-BD7D-571FDE79F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F49BE-398D-479A-8A7E-5DDBCA61EDCB}" type="datetime1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8BFB4-647C-4104-B6D4-3346051C3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FA73F-2BE8-4370-AE90-58F4CE51F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797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1446D-9FAC-4157-A41A-51675C8BE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1709738"/>
            <a:ext cx="10570210" cy="275889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F8D4A-8F93-4399-9546-64F286400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4589463"/>
            <a:ext cx="1057021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2FD4-BF96-470C-8247-20DFAE1CF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C193-4974-4A1F-9C63-07D595E30D66}" type="datetime1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75A2D-86C4-4467-BAB8-E9ED004D2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42A4D-D9B2-4C82-95E4-B86F9F5F3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774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6B3AA-8C30-429E-B934-AF1220438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5834E-691F-4728-88F5-A0C4696695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77240" y="1825625"/>
            <a:ext cx="52425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876374-880F-4E25-9F88-79E3C1AB1F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19BD69-B509-4FCE-95A8-ED03FFC8C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AA87F-28D4-4BF0-B81F-877A89DFD5AC}" type="datetime1">
              <a:rPr lang="en-US" smtClean="0"/>
              <a:t>3/18/2024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7C287B-AE5B-490B-BF81-A50D7A2E8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C2246-303C-4A29-B6EA-E62CEDE6C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073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2FE79-D5BE-43E8-B6C5-2675B7F4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57814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9D3A07-BA51-4113-902E-830A887D2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1801812"/>
            <a:ext cx="5220335" cy="935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E320A9-E274-4E1B-B02D-9A3F510A1F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77240" y="2825749"/>
            <a:ext cx="5220335" cy="33639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E80D3A-C2A8-4B78-B7E2-4908C74B1C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01812"/>
            <a:ext cx="5183188" cy="935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5D84DD-9460-4B08-86AD-27486A9400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825749"/>
            <a:ext cx="5183188" cy="33639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B0B7F8-282C-4210-AE7D-F35228BAC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F1F3-208B-49A3-B337-9C8ACEB3E0E1}" type="datetime1">
              <a:rPr lang="en-US" smtClean="0"/>
              <a:t>3/18/2024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E343A9-1067-4DCF-BACC-1F7F38050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84E471-04DB-4DB5-8CC5-16B3FC885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183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D87C0-272E-4E50-A316-78079B2B9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06C1C9-1F69-432A-858C-D828B56E1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F6CA6-7293-4AA2-A0E0-A3BF4416E786}" type="datetime1">
              <a:rPr lang="en-US" smtClean="0"/>
              <a:t>3/18/2024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6D9A1B-D149-4B97-B161-3D7C9ADBC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3722F-8C88-4E54-8CD6-12D31A05F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280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E1B4EE-6DFC-45F3-9174-D913EB57C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87016-7BCD-46FB-8EE3-AB6C369108B4}" type="datetime1">
              <a:rPr lang="en-US" smtClean="0"/>
              <a:t>3/18/2024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7F7DC-6DDE-4337-AD27-BBE7D5422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58EA9-3AC4-421E-B133-1FA7757DF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941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035BB-74CC-43E9-B71F-A5C05D17E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457200"/>
            <a:ext cx="3994785" cy="250190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ADC9E-7845-4DB1-87E3-6FBFB2B03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C925A8-2A07-43B9-B549-061F368498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7240" y="3092450"/>
            <a:ext cx="3994785" cy="277653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1A9037-0564-43A1-8156-1D9932E1F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47011-1FFC-4EF8-9A2E-53B4AD2ADBD4}" type="datetime1">
              <a:rPr lang="en-US" smtClean="0"/>
              <a:t>3/18/2024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FF0D40-D0E1-49C9-BE47-91BBC50AB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D129BD-890D-412E-9805-D29F4A0D3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917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8ADB4-BA7B-42C2-9C6C-58B2763F8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457200"/>
            <a:ext cx="3994785" cy="2505456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519B58-B546-4E6B-BE00-3D1D64DA86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AA0AB8-41A9-4548-9B83-3EFF79A00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7240" y="3081275"/>
            <a:ext cx="3994785" cy="277977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BB33ED-A015-4992-A004-33D41CFFA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2EB47-45B4-4EF5-A743-B4885DD2F060}" type="datetime1">
              <a:rPr lang="en-US" smtClean="0"/>
              <a:t>3/18/2024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C29CDA-E85F-47D1-83B7-02A50DEBF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49625F-5352-4136-8AC4-F8899D00A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550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E922F-6166-4009-A42D-027DC7180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7791CF-167D-446D-9F99-6976C986E2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CA422-E040-4DE1-9DA5-C8D37C116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62538-DC4D-4667-96E5-B3278DDF8B12}" type="datetime1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13B0B-60E7-494E-91CB-055BC2690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8C554-7C1B-4D8F-9B6B-044926569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536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C66EF0-6ED8-49A7-BDAD-E20A143FAE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FCE9CD-90A9-44BA-B293-0662E077DD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7DAE0-05C4-460B-B96D-BD183ED03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80548-5C08-4BE3-B63E-F2BB63B0B00C}" type="datetime1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3CA93-55C9-4AA3-89A0-55490F745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FD820-FF26-4325-816F-310C30F80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836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99B5B3C5-A599-465B-B2B9-866E8B2087CE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5C84982-7DD0-43B1-8A2D-BFA4DF1B4E60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8" name="Decorative Circles">
            <a:extLst>
              <a:ext uri="{FF2B5EF4-FFF2-40B4-BE49-F238E27FC236}">
                <a16:creationId xmlns:a16="http://schemas.microsoft.com/office/drawing/2014/main" id="{1D912E1C-3BBA-42F0-A3EE-FEC382E7230A}"/>
              </a:ext>
            </a:extLst>
          </p:cNvPr>
          <p:cNvGrpSpPr/>
          <p:nvPr/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FEEAC76-E273-46A8-8F8E-CE59860FE70D}"/>
                </a:ext>
              </a:extLst>
            </p:cNvPr>
            <p:cNvSpPr/>
            <p:nvPr/>
          </p:nvSpPr>
          <p:spPr>
            <a:xfrm>
              <a:off x="209098" y="727602"/>
              <a:ext cx="172408" cy="17240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6594A0E-9400-45AD-A431-1DA1C0B28966}"/>
                </a:ext>
              </a:extLst>
            </p:cNvPr>
            <p:cNvSpPr/>
            <p:nvPr/>
          </p:nvSpPr>
          <p:spPr>
            <a:xfrm>
              <a:off x="949947" y="136523"/>
              <a:ext cx="113367" cy="113367"/>
            </a:xfrm>
            <a:prstGeom prst="ellipse">
              <a:avLst/>
            </a:prstGeom>
            <a:solidFill>
              <a:srgbClr val="F39E29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0916D6C-D32F-42B6-8512-CD5EDB8F2B9B}"/>
                </a:ext>
              </a:extLst>
            </p:cNvPr>
            <p:cNvSpPr/>
            <p:nvPr/>
          </p:nvSpPr>
          <p:spPr>
            <a:xfrm>
              <a:off x="11575290" y="5859047"/>
              <a:ext cx="305780" cy="3057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834846D-59C6-40F4-907C-F1A4689B58F1}"/>
                </a:ext>
              </a:extLst>
            </p:cNvPr>
            <p:cNvSpPr/>
            <p:nvPr/>
          </p:nvSpPr>
          <p:spPr>
            <a:xfrm>
              <a:off x="95730" y="1133938"/>
              <a:ext cx="226735" cy="226735"/>
            </a:xfrm>
            <a:prstGeom prst="ellipse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5A257CDF-2E36-4DC7-8EE4-5CD8F8ECAC87}"/>
                </a:ext>
              </a:extLst>
            </p:cNvPr>
            <p:cNvSpPr/>
            <p:nvPr/>
          </p:nvSpPr>
          <p:spPr>
            <a:xfrm>
              <a:off x="11536830" y="554419"/>
              <a:ext cx="382700" cy="3827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5B26E0E-A115-4AE2-82D8-76BB93CC494F}"/>
                </a:ext>
              </a:extLst>
            </p:cNvPr>
            <p:cNvSpPr/>
            <p:nvPr/>
          </p:nvSpPr>
          <p:spPr>
            <a:xfrm>
              <a:off x="11224303" y="299808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755058DB-7E01-4E95-BF59-983AA1BBB38E}"/>
                </a:ext>
              </a:extLst>
            </p:cNvPr>
            <p:cNvSpPr/>
            <p:nvPr/>
          </p:nvSpPr>
          <p:spPr>
            <a:xfrm>
              <a:off x="11629630" y="5482355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A810F7E2-23F3-44D6-B09E-71E556536052}"/>
                </a:ext>
              </a:extLst>
            </p:cNvPr>
            <p:cNvSpPr/>
            <p:nvPr/>
          </p:nvSpPr>
          <p:spPr>
            <a:xfrm>
              <a:off x="10415328" y="612495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59D5C391-E1DB-410A-A78C-ED3BBDFF0758}"/>
                </a:ext>
              </a:extLst>
            </p:cNvPr>
            <p:cNvSpPr/>
            <p:nvPr/>
          </p:nvSpPr>
          <p:spPr>
            <a:xfrm>
              <a:off x="10120382" y="6255986"/>
              <a:ext cx="305780" cy="30578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77C4944D-9373-4283-BCAA-927A0316659E}"/>
                </a:ext>
              </a:extLst>
            </p:cNvPr>
            <p:cNvSpPr/>
            <p:nvPr/>
          </p:nvSpPr>
          <p:spPr>
            <a:xfrm>
              <a:off x="9934343" y="6204350"/>
              <a:ext cx="113367" cy="11336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804C521-2D9F-4CE4-AFD3-D4F1551FEC6A}"/>
                </a:ext>
              </a:extLst>
            </p:cNvPr>
            <p:cNvSpPr/>
            <p:nvPr/>
          </p:nvSpPr>
          <p:spPr>
            <a:xfrm>
              <a:off x="11642244" y="6317718"/>
              <a:ext cx="549756" cy="540282"/>
            </a:xfrm>
            <a:custGeom>
              <a:avLst/>
              <a:gdLst>
                <a:gd name="connsiteX0" fmla="*/ 1224540 w 2115556"/>
                <a:gd name="connsiteY0" fmla="*/ 0 h 2079100"/>
                <a:gd name="connsiteX1" fmla="*/ 2090421 w 2115556"/>
                <a:gd name="connsiteY1" fmla="*/ 358660 h 2079100"/>
                <a:gd name="connsiteX2" fmla="*/ 2115556 w 2115556"/>
                <a:gd name="connsiteY2" fmla="*/ 386315 h 2079100"/>
                <a:gd name="connsiteX3" fmla="*/ 2115556 w 2115556"/>
                <a:gd name="connsiteY3" fmla="*/ 2062765 h 2079100"/>
                <a:gd name="connsiteX4" fmla="*/ 2100710 w 2115556"/>
                <a:gd name="connsiteY4" fmla="*/ 2079100 h 2079100"/>
                <a:gd name="connsiteX5" fmla="*/ 348370 w 2115556"/>
                <a:gd name="connsiteY5" fmla="*/ 2079100 h 2079100"/>
                <a:gd name="connsiteX6" fmla="*/ 279625 w 2115556"/>
                <a:gd name="connsiteY6" fmla="*/ 2003461 h 2079100"/>
                <a:gd name="connsiteX7" fmla="*/ 0 w 2115556"/>
                <a:gd name="connsiteY7" fmla="*/ 1224540 h 2079100"/>
                <a:gd name="connsiteX8" fmla="*/ 1224540 w 2115556"/>
                <a:gd name="connsiteY8" fmla="*/ 0 h 207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5556" h="2079100">
                  <a:moveTo>
                    <a:pt x="1224540" y="0"/>
                  </a:moveTo>
                  <a:cubicBezTo>
                    <a:pt x="1562687" y="0"/>
                    <a:pt x="1868823" y="137062"/>
                    <a:pt x="2090421" y="358660"/>
                  </a:cubicBezTo>
                  <a:lnTo>
                    <a:pt x="2115556" y="386315"/>
                  </a:lnTo>
                  <a:lnTo>
                    <a:pt x="2115556" y="2062765"/>
                  </a:lnTo>
                  <a:lnTo>
                    <a:pt x="2100710" y="2079100"/>
                  </a:lnTo>
                  <a:lnTo>
                    <a:pt x="348370" y="2079100"/>
                  </a:lnTo>
                  <a:lnTo>
                    <a:pt x="279625" y="2003461"/>
                  </a:lnTo>
                  <a:cubicBezTo>
                    <a:pt x="104938" y="1791789"/>
                    <a:pt x="0" y="1520419"/>
                    <a:pt x="0" y="1224540"/>
                  </a:cubicBezTo>
                  <a:cubicBezTo>
                    <a:pt x="0" y="548245"/>
                    <a:pt x="548245" y="0"/>
                    <a:pt x="1224540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755AC65C-13EF-4182-AA3C-62BE165CC033}"/>
                </a:ext>
              </a:extLst>
            </p:cNvPr>
            <p:cNvSpPr/>
            <p:nvPr/>
          </p:nvSpPr>
          <p:spPr>
            <a:xfrm>
              <a:off x="-1" y="-1"/>
              <a:ext cx="510196" cy="538336"/>
            </a:xfrm>
            <a:custGeom>
              <a:avLst/>
              <a:gdLst>
                <a:gd name="connsiteX0" fmla="*/ 0 w 510196"/>
                <a:gd name="connsiteY0" fmla="*/ 0 h 538336"/>
                <a:gd name="connsiteX1" fmla="*/ 459276 w 510196"/>
                <a:gd name="connsiteY1" fmla="*/ 0 h 538336"/>
                <a:gd name="connsiteX2" fmla="*/ 482126 w 510196"/>
                <a:gd name="connsiteY2" fmla="*/ 42098 h 538336"/>
                <a:gd name="connsiteX3" fmla="*/ 510196 w 510196"/>
                <a:gd name="connsiteY3" fmla="*/ 181136 h 538336"/>
                <a:gd name="connsiteX4" fmla="*/ 152996 w 510196"/>
                <a:gd name="connsiteY4" fmla="*/ 538336 h 538336"/>
                <a:gd name="connsiteX5" fmla="*/ 13958 w 510196"/>
                <a:gd name="connsiteY5" fmla="*/ 510266 h 538336"/>
                <a:gd name="connsiteX6" fmla="*/ 0 w 510196"/>
                <a:gd name="connsiteY6" fmla="*/ 502690 h 53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0196" h="538336">
                  <a:moveTo>
                    <a:pt x="0" y="0"/>
                  </a:moveTo>
                  <a:lnTo>
                    <a:pt x="459276" y="0"/>
                  </a:lnTo>
                  <a:lnTo>
                    <a:pt x="482126" y="42098"/>
                  </a:lnTo>
                  <a:cubicBezTo>
                    <a:pt x="500201" y="84833"/>
                    <a:pt x="510196" y="131817"/>
                    <a:pt x="510196" y="181136"/>
                  </a:cubicBezTo>
                  <a:cubicBezTo>
                    <a:pt x="510196" y="378412"/>
                    <a:pt x="350272" y="538336"/>
                    <a:pt x="152996" y="538336"/>
                  </a:cubicBezTo>
                  <a:cubicBezTo>
                    <a:pt x="103677" y="538336"/>
                    <a:pt x="56693" y="528341"/>
                    <a:pt x="13958" y="510266"/>
                  </a:cubicBezTo>
                  <a:lnTo>
                    <a:pt x="0" y="50269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E40DA8D2-FA4B-4282-9D44-48C27B63A153}"/>
                </a:ext>
              </a:extLst>
            </p:cNvPr>
            <p:cNvSpPr/>
            <p:nvPr/>
          </p:nvSpPr>
          <p:spPr>
            <a:xfrm>
              <a:off x="10528695" y="1"/>
              <a:ext cx="554074" cy="282754"/>
            </a:xfrm>
            <a:custGeom>
              <a:avLst/>
              <a:gdLst>
                <a:gd name="connsiteX0" fmla="*/ 644 w 309162"/>
                <a:gd name="connsiteY0" fmla="*/ 0 h 157771"/>
                <a:gd name="connsiteX1" fmla="*/ 308518 w 309162"/>
                <a:gd name="connsiteY1" fmla="*/ 0 h 157771"/>
                <a:gd name="connsiteX2" fmla="*/ 309162 w 309162"/>
                <a:gd name="connsiteY2" fmla="*/ 3190 h 157771"/>
                <a:gd name="connsiteX3" fmla="*/ 154581 w 309162"/>
                <a:gd name="connsiteY3" fmla="*/ 157771 h 157771"/>
                <a:gd name="connsiteX4" fmla="*/ 0 w 309162"/>
                <a:gd name="connsiteY4" fmla="*/ 3190 h 157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9162" h="157771">
                  <a:moveTo>
                    <a:pt x="644" y="0"/>
                  </a:moveTo>
                  <a:lnTo>
                    <a:pt x="308518" y="0"/>
                  </a:lnTo>
                  <a:lnTo>
                    <a:pt x="309162" y="3190"/>
                  </a:lnTo>
                  <a:cubicBezTo>
                    <a:pt x="309162" y="88563"/>
                    <a:pt x="239954" y="157771"/>
                    <a:pt x="154581" y="157771"/>
                  </a:cubicBezTo>
                  <a:cubicBezTo>
                    <a:pt x="69208" y="157771"/>
                    <a:pt x="0" y="88563"/>
                    <a:pt x="0" y="319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9065014-CB18-414D-A527-31ECC45700AB}"/>
                </a:ext>
              </a:extLst>
            </p:cNvPr>
            <p:cNvSpPr/>
            <p:nvPr/>
          </p:nvSpPr>
          <p:spPr>
            <a:xfrm>
              <a:off x="504140" y="1132500"/>
              <a:ext cx="84680" cy="84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8F39E27A-56C1-4328-8DF1-2DA147C78483}"/>
                </a:ext>
              </a:extLst>
            </p:cNvPr>
            <p:cNvSpPr/>
            <p:nvPr/>
          </p:nvSpPr>
          <p:spPr>
            <a:xfrm>
              <a:off x="12051348" y="5576515"/>
              <a:ext cx="137603" cy="210490"/>
            </a:xfrm>
            <a:custGeom>
              <a:avLst/>
              <a:gdLst>
                <a:gd name="connsiteX0" fmla="*/ 105245 w 137603"/>
                <a:gd name="connsiteY0" fmla="*/ 0 h 210490"/>
                <a:gd name="connsiteX1" fmla="*/ 137603 w 137603"/>
                <a:gd name="connsiteY1" fmla="*/ 6533 h 210490"/>
                <a:gd name="connsiteX2" fmla="*/ 137603 w 137603"/>
                <a:gd name="connsiteY2" fmla="*/ 203957 h 210490"/>
                <a:gd name="connsiteX3" fmla="*/ 105245 w 137603"/>
                <a:gd name="connsiteY3" fmla="*/ 210490 h 210490"/>
                <a:gd name="connsiteX4" fmla="*/ 0 w 137603"/>
                <a:gd name="connsiteY4" fmla="*/ 105245 h 210490"/>
                <a:gd name="connsiteX5" fmla="*/ 105245 w 137603"/>
                <a:gd name="connsiteY5" fmla="*/ 0 h 210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7603" h="210490">
                  <a:moveTo>
                    <a:pt x="105245" y="0"/>
                  </a:moveTo>
                  <a:lnTo>
                    <a:pt x="137603" y="6533"/>
                  </a:lnTo>
                  <a:lnTo>
                    <a:pt x="137603" y="203957"/>
                  </a:lnTo>
                  <a:lnTo>
                    <a:pt x="105245" y="210490"/>
                  </a:lnTo>
                  <a:cubicBezTo>
                    <a:pt x="47120" y="210490"/>
                    <a:pt x="0" y="163370"/>
                    <a:pt x="0" y="105245"/>
                  </a:cubicBezTo>
                  <a:cubicBezTo>
                    <a:pt x="0" y="47120"/>
                    <a:pt x="47120" y="0"/>
                    <a:pt x="105245" y="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C5EC6-E331-4312-AC12-56D55F7D2B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7240" y="6488268"/>
            <a:ext cx="27432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D24A4-5FEC-4062-8995-EB21925B3B40}" type="datetime1">
              <a:rPr lang="en-US" smtClean="0"/>
              <a:t>3/18/2024</a:t>
            </a:fld>
            <a:endParaRPr lang="en-US" sz="1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7FC5D-92B2-4B4D-8111-6EDEF28069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88268"/>
            <a:ext cx="41148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sz="10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A104D-C777-4A6E-8A43-F94028E5E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3150" y="6488268"/>
            <a:ext cx="27432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D3A74F-6169-4D30-A245-B46D738BE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877E64-7A05-44DA-81FA-6EF4806BB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1825625"/>
            <a:ext cx="1065911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28588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atalog.data.gov/dataset/electric-vehicle-population-data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E2748806-3AF5-4078-830A-C1F26BF1B2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2" name="Picture 41" descr="Neon 3D circle art">
            <a:extLst>
              <a:ext uri="{FF2B5EF4-FFF2-40B4-BE49-F238E27FC236}">
                <a16:creationId xmlns:a16="http://schemas.microsoft.com/office/drawing/2014/main" id="{A0ABB501-7425-A412-B5D8-59D3258AAF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t="21309" r="-1" b="-1"/>
          <a:stretch/>
        </p:blipFill>
        <p:spPr>
          <a:xfrm>
            <a:off x="1525" y="10"/>
            <a:ext cx="12188951" cy="6857990"/>
          </a:xfrm>
          <a:prstGeom prst="rect">
            <a:avLst/>
          </a:prstGeo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34FBEBF3-C941-4CB0-8AC2-3B50E1371B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7FA240-650E-4CCE-863C-56C4C5D5D8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240" y="565846"/>
            <a:ext cx="4887458" cy="3610622"/>
          </a:xfrm>
        </p:spPr>
        <p:txBody>
          <a:bodyPr anchor="b">
            <a:normAutofit/>
          </a:bodyPr>
          <a:lstStyle/>
          <a:p>
            <a:pPr algn="l"/>
            <a:r>
              <a:rPr lang="en-US" sz="6000">
                <a:solidFill>
                  <a:srgbClr val="FFFFFF"/>
                </a:solidFill>
              </a:rPr>
              <a:t>Matplotlib Final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91996D-81D8-4BBB-6FDF-649AC9B767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240" y="4456143"/>
            <a:ext cx="4887458" cy="1327421"/>
          </a:xfrm>
        </p:spPr>
        <p:txBody>
          <a:bodyPr anchor="t">
            <a:normAutofit/>
          </a:bodyPr>
          <a:lstStyle/>
          <a:p>
            <a:pPr algn="l"/>
            <a:r>
              <a:rPr lang="en-US" sz="2200">
                <a:solidFill>
                  <a:srgbClr val="FFFFFF"/>
                </a:solidFill>
              </a:rPr>
              <a:t>By: Alex Fahrenkrug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FCA5498-D019-48A6-B194-72CE1ABB0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464840" y="236341"/>
            <a:ext cx="2727160" cy="6621659"/>
            <a:chOff x="9464840" y="236341"/>
            <a:chExt cx="2727160" cy="6621659"/>
          </a:xfrm>
        </p:grpSpPr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880BC69F-2340-4181-ADB9-8B7434E969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464840" y="538627"/>
              <a:ext cx="94160" cy="94160"/>
            </a:xfrm>
            <a:prstGeom prst="ellipse">
              <a:avLst/>
            </a:prstGeom>
            <a:solidFill>
              <a:schemeClr val="tx2">
                <a:lumMod val="50000"/>
                <a:lumOff val="50000"/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B68D1539-E8D8-4BDB-9061-190D14341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48803" y="1206077"/>
              <a:ext cx="226735" cy="226735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D90FDF91-C6ED-4CDD-9F62-ABFA2C8E8A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65714" y="236341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638B5A1D-024A-4BFB-A608-C68DA71B1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509" y="516637"/>
              <a:ext cx="466441" cy="46644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B38C5DD2-94C4-4737-B4BC-7A35DAB85B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30142" y="458803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8804505C-24F5-486F-8661-8249FBD4F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542793" y="5536248"/>
              <a:ext cx="800716" cy="800716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777CC497-AB04-4BBC-A3CB-6EFF95AF0B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83540" y="6169156"/>
              <a:ext cx="113367" cy="113367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BD149070-8E66-48F1-948D-17A50C52D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11702762" y="6299355"/>
              <a:ext cx="489238" cy="558645"/>
            </a:xfrm>
            <a:custGeom>
              <a:avLst/>
              <a:gdLst>
                <a:gd name="connsiteX0" fmla="*/ 1156116 w 3186814"/>
                <a:gd name="connsiteY0" fmla="*/ 0 h 3638922"/>
                <a:gd name="connsiteX1" fmla="*/ 3186814 w 3186814"/>
                <a:gd name="connsiteY1" fmla="*/ 2030698 h 3638922"/>
                <a:gd name="connsiteX2" fmla="*/ 2447829 w 3186814"/>
                <a:gd name="connsiteY2" fmla="*/ 3597684 h 3638922"/>
                <a:gd name="connsiteX3" fmla="*/ 2392682 w 3186814"/>
                <a:gd name="connsiteY3" fmla="*/ 3638922 h 3638922"/>
                <a:gd name="connsiteX4" fmla="*/ 0 w 3186814"/>
                <a:gd name="connsiteY4" fmla="*/ 3638922 h 3638922"/>
                <a:gd name="connsiteX5" fmla="*/ 0 w 3186814"/>
                <a:gd name="connsiteY5" fmla="*/ 362315 h 3638922"/>
                <a:gd name="connsiteX6" fmla="*/ 20733 w 3186814"/>
                <a:gd name="connsiteY6" fmla="*/ 346811 h 3638922"/>
                <a:gd name="connsiteX7" fmla="*/ 1156116 w 3186814"/>
                <a:gd name="connsiteY7" fmla="*/ 0 h 3638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86814" h="3638922">
                  <a:moveTo>
                    <a:pt x="1156116" y="0"/>
                  </a:moveTo>
                  <a:cubicBezTo>
                    <a:pt x="2277640" y="0"/>
                    <a:pt x="3186814" y="909174"/>
                    <a:pt x="3186814" y="2030698"/>
                  </a:cubicBezTo>
                  <a:cubicBezTo>
                    <a:pt x="3186814" y="2661556"/>
                    <a:pt x="2899146" y="3225224"/>
                    <a:pt x="2447829" y="3597684"/>
                  </a:cubicBezTo>
                  <a:lnTo>
                    <a:pt x="2392682" y="3638922"/>
                  </a:lnTo>
                  <a:lnTo>
                    <a:pt x="0" y="3638922"/>
                  </a:lnTo>
                  <a:lnTo>
                    <a:pt x="0" y="362315"/>
                  </a:lnTo>
                  <a:lnTo>
                    <a:pt x="20733" y="346811"/>
                  </a:lnTo>
                  <a:cubicBezTo>
                    <a:pt x="344835" y="127853"/>
                    <a:pt x="735545" y="0"/>
                    <a:pt x="115611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6460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9B5B3C5-A599-465B-B2B9-866E8B2087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12192001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C84982-7DD0-43B1-8A2D-BFA4DF1B4E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12192001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12" name="Decorative Circles">
            <a:extLst>
              <a:ext uri="{FF2B5EF4-FFF2-40B4-BE49-F238E27FC236}">
                <a16:creationId xmlns:a16="http://schemas.microsoft.com/office/drawing/2014/main" id="{1D912E1C-3BBA-42F0-A3EE-FEC382E723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FEEAC76-E273-46A8-8F8E-CE59860FE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09098" y="727602"/>
              <a:ext cx="172408" cy="17240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6594A0E-9400-45AD-A431-1DA1C0B28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49947" y="136523"/>
              <a:ext cx="113367" cy="113367"/>
            </a:xfrm>
            <a:prstGeom prst="ellipse">
              <a:avLst/>
            </a:prstGeom>
            <a:solidFill>
              <a:srgbClr val="F39E29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0916D6C-D32F-42B6-8512-CD5EDB8F2B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75290" y="5859047"/>
              <a:ext cx="305780" cy="3057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834846D-59C6-40F4-907C-F1A4689B58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5730" y="1133938"/>
              <a:ext cx="226735" cy="226735"/>
            </a:xfrm>
            <a:prstGeom prst="ellipse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A257CDF-2E36-4DC7-8EE4-5CD8F8ECAC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36830" y="554419"/>
              <a:ext cx="382700" cy="3827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5B26E0E-A115-4AE2-82D8-76BB93CC4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24303" y="299808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55058DB-7E01-4E95-BF59-983AA1BBB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29630" y="5482355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810F7E2-23F3-44D6-B09E-71E5565360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15328" y="612495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9D5C391-E1DB-410A-A78C-ED3BBDFF07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20382" y="6255986"/>
              <a:ext cx="305780" cy="30578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7C4944D-9373-4283-BCAA-927A031665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34343" y="6204350"/>
              <a:ext cx="113367" cy="11336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804C521-2D9F-4CE4-AFD3-D4F1551FEC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42244" y="6317718"/>
              <a:ext cx="549756" cy="540282"/>
            </a:xfrm>
            <a:custGeom>
              <a:avLst/>
              <a:gdLst>
                <a:gd name="connsiteX0" fmla="*/ 1224540 w 2115556"/>
                <a:gd name="connsiteY0" fmla="*/ 0 h 2079100"/>
                <a:gd name="connsiteX1" fmla="*/ 2090421 w 2115556"/>
                <a:gd name="connsiteY1" fmla="*/ 358660 h 2079100"/>
                <a:gd name="connsiteX2" fmla="*/ 2115556 w 2115556"/>
                <a:gd name="connsiteY2" fmla="*/ 386315 h 2079100"/>
                <a:gd name="connsiteX3" fmla="*/ 2115556 w 2115556"/>
                <a:gd name="connsiteY3" fmla="*/ 2062765 h 2079100"/>
                <a:gd name="connsiteX4" fmla="*/ 2100710 w 2115556"/>
                <a:gd name="connsiteY4" fmla="*/ 2079100 h 2079100"/>
                <a:gd name="connsiteX5" fmla="*/ 348370 w 2115556"/>
                <a:gd name="connsiteY5" fmla="*/ 2079100 h 2079100"/>
                <a:gd name="connsiteX6" fmla="*/ 279625 w 2115556"/>
                <a:gd name="connsiteY6" fmla="*/ 2003461 h 2079100"/>
                <a:gd name="connsiteX7" fmla="*/ 0 w 2115556"/>
                <a:gd name="connsiteY7" fmla="*/ 1224540 h 2079100"/>
                <a:gd name="connsiteX8" fmla="*/ 1224540 w 2115556"/>
                <a:gd name="connsiteY8" fmla="*/ 0 h 207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5556" h="2079100">
                  <a:moveTo>
                    <a:pt x="1224540" y="0"/>
                  </a:moveTo>
                  <a:cubicBezTo>
                    <a:pt x="1562687" y="0"/>
                    <a:pt x="1868823" y="137062"/>
                    <a:pt x="2090421" y="358660"/>
                  </a:cubicBezTo>
                  <a:lnTo>
                    <a:pt x="2115556" y="386315"/>
                  </a:lnTo>
                  <a:lnTo>
                    <a:pt x="2115556" y="2062765"/>
                  </a:lnTo>
                  <a:lnTo>
                    <a:pt x="2100710" y="2079100"/>
                  </a:lnTo>
                  <a:lnTo>
                    <a:pt x="348370" y="2079100"/>
                  </a:lnTo>
                  <a:lnTo>
                    <a:pt x="279625" y="2003461"/>
                  </a:lnTo>
                  <a:cubicBezTo>
                    <a:pt x="104938" y="1791789"/>
                    <a:pt x="0" y="1520419"/>
                    <a:pt x="0" y="1224540"/>
                  </a:cubicBezTo>
                  <a:cubicBezTo>
                    <a:pt x="0" y="548245"/>
                    <a:pt x="548245" y="0"/>
                    <a:pt x="1224540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55AC65C-13EF-4182-AA3C-62BE165C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" y="-1"/>
              <a:ext cx="510196" cy="538336"/>
            </a:xfrm>
            <a:custGeom>
              <a:avLst/>
              <a:gdLst>
                <a:gd name="connsiteX0" fmla="*/ 0 w 510196"/>
                <a:gd name="connsiteY0" fmla="*/ 0 h 538336"/>
                <a:gd name="connsiteX1" fmla="*/ 459276 w 510196"/>
                <a:gd name="connsiteY1" fmla="*/ 0 h 538336"/>
                <a:gd name="connsiteX2" fmla="*/ 482126 w 510196"/>
                <a:gd name="connsiteY2" fmla="*/ 42098 h 538336"/>
                <a:gd name="connsiteX3" fmla="*/ 510196 w 510196"/>
                <a:gd name="connsiteY3" fmla="*/ 181136 h 538336"/>
                <a:gd name="connsiteX4" fmla="*/ 152996 w 510196"/>
                <a:gd name="connsiteY4" fmla="*/ 538336 h 538336"/>
                <a:gd name="connsiteX5" fmla="*/ 13958 w 510196"/>
                <a:gd name="connsiteY5" fmla="*/ 510266 h 538336"/>
                <a:gd name="connsiteX6" fmla="*/ 0 w 510196"/>
                <a:gd name="connsiteY6" fmla="*/ 502690 h 53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0196" h="538336">
                  <a:moveTo>
                    <a:pt x="0" y="0"/>
                  </a:moveTo>
                  <a:lnTo>
                    <a:pt x="459276" y="0"/>
                  </a:lnTo>
                  <a:lnTo>
                    <a:pt x="482126" y="42098"/>
                  </a:lnTo>
                  <a:cubicBezTo>
                    <a:pt x="500201" y="84833"/>
                    <a:pt x="510196" y="131817"/>
                    <a:pt x="510196" y="181136"/>
                  </a:cubicBezTo>
                  <a:cubicBezTo>
                    <a:pt x="510196" y="378412"/>
                    <a:pt x="350272" y="538336"/>
                    <a:pt x="152996" y="538336"/>
                  </a:cubicBezTo>
                  <a:cubicBezTo>
                    <a:pt x="103677" y="538336"/>
                    <a:pt x="56693" y="528341"/>
                    <a:pt x="13958" y="510266"/>
                  </a:cubicBezTo>
                  <a:lnTo>
                    <a:pt x="0" y="50269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40DA8D2-FA4B-4282-9D44-48C27B63A1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528695" y="1"/>
              <a:ext cx="554074" cy="282754"/>
            </a:xfrm>
            <a:custGeom>
              <a:avLst/>
              <a:gdLst>
                <a:gd name="connsiteX0" fmla="*/ 644 w 309162"/>
                <a:gd name="connsiteY0" fmla="*/ 0 h 157771"/>
                <a:gd name="connsiteX1" fmla="*/ 308518 w 309162"/>
                <a:gd name="connsiteY1" fmla="*/ 0 h 157771"/>
                <a:gd name="connsiteX2" fmla="*/ 309162 w 309162"/>
                <a:gd name="connsiteY2" fmla="*/ 3190 h 157771"/>
                <a:gd name="connsiteX3" fmla="*/ 154581 w 309162"/>
                <a:gd name="connsiteY3" fmla="*/ 157771 h 157771"/>
                <a:gd name="connsiteX4" fmla="*/ 0 w 309162"/>
                <a:gd name="connsiteY4" fmla="*/ 3190 h 157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9162" h="157771">
                  <a:moveTo>
                    <a:pt x="644" y="0"/>
                  </a:moveTo>
                  <a:lnTo>
                    <a:pt x="308518" y="0"/>
                  </a:lnTo>
                  <a:lnTo>
                    <a:pt x="309162" y="3190"/>
                  </a:lnTo>
                  <a:cubicBezTo>
                    <a:pt x="309162" y="88563"/>
                    <a:pt x="239954" y="157771"/>
                    <a:pt x="154581" y="157771"/>
                  </a:cubicBezTo>
                  <a:cubicBezTo>
                    <a:pt x="69208" y="157771"/>
                    <a:pt x="0" y="88563"/>
                    <a:pt x="0" y="319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99065014-CB18-414D-A527-31ECC457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04140" y="1132500"/>
              <a:ext cx="84680" cy="84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F39E27A-56C1-4328-8DF1-2DA147C78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51348" y="5576515"/>
              <a:ext cx="137603" cy="210490"/>
            </a:xfrm>
            <a:custGeom>
              <a:avLst/>
              <a:gdLst>
                <a:gd name="connsiteX0" fmla="*/ 105245 w 137603"/>
                <a:gd name="connsiteY0" fmla="*/ 0 h 210490"/>
                <a:gd name="connsiteX1" fmla="*/ 137603 w 137603"/>
                <a:gd name="connsiteY1" fmla="*/ 6533 h 210490"/>
                <a:gd name="connsiteX2" fmla="*/ 137603 w 137603"/>
                <a:gd name="connsiteY2" fmla="*/ 203957 h 210490"/>
                <a:gd name="connsiteX3" fmla="*/ 105245 w 137603"/>
                <a:gd name="connsiteY3" fmla="*/ 210490 h 210490"/>
                <a:gd name="connsiteX4" fmla="*/ 0 w 137603"/>
                <a:gd name="connsiteY4" fmla="*/ 105245 h 210490"/>
                <a:gd name="connsiteX5" fmla="*/ 105245 w 137603"/>
                <a:gd name="connsiteY5" fmla="*/ 0 h 210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7603" h="210490">
                  <a:moveTo>
                    <a:pt x="105245" y="0"/>
                  </a:moveTo>
                  <a:lnTo>
                    <a:pt x="137603" y="6533"/>
                  </a:lnTo>
                  <a:lnTo>
                    <a:pt x="137603" y="203957"/>
                  </a:lnTo>
                  <a:lnTo>
                    <a:pt x="105245" y="210490"/>
                  </a:lnTo>
                  <a:cubicBezTo>
                    <a:pt x="47120" y="210490"/>
                    <a:pt x="0" y="163370"/>
                    <a:pt x="0" y="105245"/>
                  </a:cubicBezTo>
                  <a:cubicBezTo>
                    <a:pt x="0" y="47120"/>
                    <a:pt x="47120" y="0"/>
                    <a:pt x="105245" y="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</p:grp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458183E0-58D3-4C7F-97F0-2494113B3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93D7220-9A41-4B89-8A05-2E854925E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4" name="Picture 3" descr="Aqua and green fractal background like floral petal">
            <a:extLst>
              <a:ext uri="{FF2B5EF4-FFF2-40B4-BE49-F238E27FC236}">
                <a16:creationId xmlns:a16="http://schemas.microsoft.com/office/drawing/2014/main" id="{B1B31076-DE0C-5FFA-B861-831E67C7F28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t="8738" r="-1" b="16243"/>
          <a:stretch/>
        </p:blipFill>
        <p:spPr>
          <a:xfrm>
            <a:off x="1525" y="10"/>
            <a:ext cx="12188951" cy="6857990"/>
          </a:xfrm>
          <a:prstGeom prst="rect">
            <a:avLst/>
          </a:prstGeom>
        </p:spPr>
      </p:pic>
      <p:grpSp>
        <p:nvGrpSpPr>
          <p:cNvPr id="33" name="decorative circles">
            <a:extLst>
              <a:ext uri="{FF2B5EF4-FFF2-40B4-BE49-F238E27FC236}">
                <a16:creationId xmlns:a16="http://schemas.microsoft.com/office/drawing/2014/main" id="{C1F869AB-954B-4EAB-8260-60AE9C8D0C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14102" y="236341"/>
            <a:ext cx="11340713" cy="5464029"/>
            <a:chOff x="314102" y="236341"/>
            <a:chExt cx="11340713" cy="5464029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73902316-BF90-4159-9FD2-6CFCCF7BE2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0448" y="3803994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EF0C14E3-3AAA-4BA8-93F9-856D029676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4102" y="3044381"/>
              <a:ext cx="226735" cy="226735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EECE6F6B-297F-4766-8C04-0960E99600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88374" y="386135"/>
              <a:ext cx="466441" cy="46644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4AE5C63-0522-4DDF-B67A-5DA271883B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65714" y="236341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64F95A54-2855-4B65-82E3-A9D306CBA1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1535" y="2516671"/>
              <a:ext cx="466441" cy="46644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164F2D59-D40C-482F-BF5E-7FA622D97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30142" y="458803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9DCE1484-E528-418A-9339-8410B8F71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02046" y="5394590"/>
              <a:ext cx="305780" cy="30578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B471ADFB-A135-4594-B9A3-481A91AE2D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08287" y="5160714"/>
              <a:ext cx="113367" cy="113367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BB0BDD9-69F4-EF3A-6372-160CC461D382}"/>
              </a:ext>
            </a:extLst>
          </p:cNvPr>
          <p:cNvSpPr txBox="1"/>
          <p:nvPr/>
        </p:nvSpPr>
        <p:spPr>
          <a:xfrm>
            <a:off x="3571875" y="2367843"/>
            <a:ext cx="5048250" cy="1061157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pPr marL="228600" lvl="1" algn="ctr">
              <a:lnSpc>
                <a:spcPct val="90000"/>
              </a:lnSpc>
              <a:spcAft>
                <a:spcPts val="600"/>
              </a:spcAft>
              <a:buClr>
                <a:schemeClr val="tx2">
                  <a:lumMod val="75000"/>
                  <a:lumOff val="25000"/>
                </a:schemeClr>
              </a:buClr>
            </a:pPr>
            <a:r>
              <a:rPr lang="en-US" sz="6600" dirty="0">
                <a:solidFill>
                  <a:srgbClr val="FFFFFF"/>
                </a:solidFill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3604576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7908DE9-5647-483E-B731-49D34A839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26962B4-5DCE-4745-A877-F7237DA68D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C31C6D-653C-4C57-B226-ED6CE571F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2590" y="0"/>
            <a:ext cx="8389411" cy="6858000"/>
          </a:xfrm>
          <a:custGeom>
            <a:avLst/>
            <a:gdLst>
              <a:gd name="connsiteX0" fmla="*/ 1405847 w 8389411"/>
              <a:gd name="connsiteY0" fmla="*/ 0 h 6858000"/>
              <a:gd name="connsiteX1" fmla="*/ 8389411 w 8389411"/>
              <a:gd name="connsiteY1" fmla="*/ 0 h 6858000"/>
              <a:gd name="connsiteX2" fmla="*/ 8389411 w 8389411"/>
              <a:gd name="connsiteY2" fmla="*/ 6858000 h 6858000"/>
              <a:gd name="connsiteX3" fmla="*/ 1403382 w 8389411"/>
              <a:gd name="connsiteY3" fmla="*/ 6858000 h 6858000"/>
              <a:gd name="connsiteX4" fmla="*/ 1126450 w 8389411"/>
              <a:gd name="connsiteY4" fmla="*/ 6554701 h 6858000"/>
              <a:gd name="connsiteX5" fmla="*/ 0 w 8389411"/>
              <a:gd name="connsiteY5" fmla="*/ 3431347 h 6858000"/>
              <a:gd name="connsiteX6" fmla="*/ 1281495 w 8389411"/>
              <a:gd name="connsiteY6" fmla="*/ 12982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89411" h="6858000">
                <a:moveTo>
                  <a:pt x="1405847" y="0"/>
                </a:moveTo>
                <a:lnTo>
                  <a:pt x="8389411" y="0"/>
                </a:lnTo>
                <a:lnTo>
                  <a:pt x="8389411" y="6858000"/>
                </a:lnTo>
                <a:lnTo>
                  <a:pt x="1403382" y="6858000"/>
                </a:lnTo>
                <a:lnTo>
                  <a:pt x="1126450" y="6554701"/>
                </a:lnTo>
                <a:cubicBezTo>
                  <a:pt x="422736" y="5705928"/>
                  <a:pt x="0" y="4617776"/>
                  <a:pt x="0" y="3431347"/>
                </a:cubicBezTo>
                <a:cubicBezTo>
                  <a:pt x="0" y="2160173"/>
                  <a:pt x="485281" y="1001818"/>
                  <a:pt x="1281495" y="1298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15" name="decorative circles">
            <a:extLst>
              <a:ext uri="{FF2B5EF4-FFF2-40B4-BE49-F238E27FC236}">
                <a16:creationId xmlns:a16="http://schemas.microsoft.com/office/drawing/2014/main" id="{C310B041-3468-403A-926B-E3C1CF443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4914" y="299808"/>
            <a:ext cx="11521822" cy="6038357"/>
            <a:chOff x="244914" y="299808"/>
            <a:chExt cx="11521822" cy="6038357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65CBEB7-29CF-4F21-ABB7-012581304C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00295" y="515708"/>
              <a:ext cx="466441" cy="46644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C900504-84D3-4813-B737-775C16F8F9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41343" y="299808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3902316-BF90-4159-9FD2-6CFCCF7BE2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0448" y="3803994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F04BF80-E9DB-4641-8EA2-51698324F1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25899" y="5741646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234395B9-3F83-49A4-9275-0A315D88F5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0333" y="6032385"/>
              <a:ext cx="305780" cy="30578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0E7ABD02-CD92-4D6C-B4BA-984D6688F5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44914" y="5821038"/>
              <a:ext cx="113367" cy="113367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FDDEF3C-CB24-78A5-6D07-21D6CDF23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899" y="687391"/>
            <a:ext cx="10628811" cy="527688"/>
          </a:xfrm>
        </p:spPr>
        <p:txBody>
          <a:bodyPr anchor="ctr">
            <a:normAutofit fontScale="90000"/>
          </a:bodyPr>
          <a:lstStyle/>
          <a:p>
            <a:r>
              <a:rPr lang="en-US" sz="4400" dirty="0"/>
              <a:t>Dataset of Choice/Overview</a:t>
            </a:r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7D9804F6-D0A4-6690-B12C-6DFF4B53E5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266" y="2331485"/>
            <a:ext cx="9317029" cy="2729124"/>
          </a:xfrm>
          <a:prstGeom prst="rect">
            <a:avLst/>
          </a:prstGeom>
        </p:spPr>
      </p:pic>
      <p:sp>
        <p:nvSpPr>
          <p:cNvPr id="80" name="Content Placeholder 79">
            <a:extLst>
              <a:ext uri="{FF2B5EF4-FFF2-40B4-BE49-F238E27FC236}">
                <a16:creationId xmlns:a16="http://schemas.microsoft.com/office/drawing/2014/main" id="{DA3DC461-2F13-8B58-48A4-47FCD6662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dataset includes information from Washington’s EV population (</a:t>
            </a:r>
            <a:r>
              <a:rPr lang="en-US" dirty="0">
                <a:hlinkClick r:id="rId3"/>
              </a:rPr>
              <a:t>Data.gov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06815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58183E0-58D3-4C7F-97F0-2494113B3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3D7220-9A41-4B89-8A05-2E854925E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5" name="Picture 4" descr="Long exposure of lights">
            <a:extLst>
              <a:ext uri="{FF2B5EF4-FFF2-40B4-BE49-F238E27FC236}">
                <a16:creationId xmlns:a16="http://schemas.microsoft.com/office/drawing/2014/main" id="{F47D025E-7C16-BA84-8638-A55A75D9131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t="15710" r="-1" b="-1"/>
          <a:stretch/>
        </p:blipFill>
        <p:spPr>
          <a:xfrm>
            <a:off x="1525" y="10"/>
            <a:ext cx="12188951" cy="6857990"/>
          </a:xfrm>
          <a:prstGeom prst="rect">
            <a:avLst/>
          </a:prstGeom>
        </p:spPr>
      </p:pic>
      <p:grpSp>
        <p:nvGrpSpPr>
          <p:cNvPr id="13" name="decorative circles">
            <a:extLst>
              <a:ext uri="{FF2B5EF4-FFF2-40B4-BE49-F238E27FC236}">
                <a16:creationId xmlns:a16="http://schemas.microsoft.com/office/drawing/2014/main" id="{C1F869AB-954B-4EAB-8260-60AE9C8D0C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14102" y="236341"/>
            <a:ext cx="11340713" cy="5464029"/>
            <a:chOff x="314102" y="236341"/>
            <a:chExt cx="11340713" cy="5464029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3902316-BF90-4159-9FD2-6CFCCF7BE2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0448" y="3803994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EF0C14E3-3AAA-4BA8-93F9-856D029676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4102" y="3044381"/>
              <a:ext cx="226735" cy="226735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ECE6F6B-297F-4766-8C04-0960E99600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88374" y="386135"/>
              <a:ext cx="466441" cy="46644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44AE5C63-0522-4DDF-B67A-5DA271883B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65714" y="236341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4F95A54-2855-4B65-82E3-A9D306CBA1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1535" y="2516671"/>
              <a:ext cx="466441" cy="46644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64F2D59-D40C-482F-BF5E-7FA622D97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30142" y="458803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DCE1484-E528-418A-9339-8410B8F71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02046" y="5394590"/>
              <a:ext cx="305780" cy="30578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471ADFB-A135-4594-B9A3-481A91AE2D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08287" y="5160714"/>
              <a:ext cx="113367" cy="113367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0C2FE67-82A6-352C-4958-BF7B2EE39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7722" y="777240"/>
            <a:ext cx="5782804" cy="2493876"/>
          </a:xfrm>
        </p:spPr>
        <p:txBody>
          <a:bodyPr anchor="b">
            <a:normAutofit/>
          </a:bodyPr>
          <a:lstStyle/>
          <a:p>
            <a:pPr algn="ctr"/>
            <a:r>
              <a:rPr lang="en-US" sz="4400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ACA88-6F0C-7EAA-1347-9F52D6870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7722" y="3429000"/>
            <a:ext cx="5782804" cy="2333562"/>
          </a:xfrm>
        </p:spPr>
        <p:txBody>
          <a:bodyPr anchor="t">
            <a:normAutofit/>
          </a:bodyPr>
          <a:lstStyle/>
          <a:p>
            <a:pPr algn="ctr"/>
            <a:r>
              <a:rPr lang="en-US" sz="1800">
                <a:solidFill>
                  <a:srgbClr val="FFFFFF"/>
                </a:solidFill>
              </a:rPr>
              <a:t>Explain the practicality of electric cars over time by:</a:t>
            </a:r>
          </a:p>
          <a:p>
            <a:pPr lvl="1" algn="ctr"/>
            <a:r>
              <a:rPr lang="en-US">
                <a:solidFill>
                  <a:srgbClr val="FFFFFF"/>
                </a:solidFill>
              </a:rPr>
              <a:t>Research in battery life</a:t>
            </a:r>
          </a:p>
          <a:p>
            <a:pPr lvl="1" algn="ctr"/>
            <a:r>
              <a:rPr lang="en-US">
                <a:solidFill>
                  <a:srgbClr val="FFFFFF"/>
                </a:solidFill>
              </a:rPr>
              <a:t>Change in Electric Range</a:t>
            </a:r>
          </a:p>
          <a:p>
            <a:pPr lvl="1" algn="ctr"/>
            <a:r>
              <a:rPr lang="en-US">
                <a:solidFill>
                  <a:srgbClr val="FFFFFF"/>
                </a:solidFill>
              </a:rPr>
              <a:t>Production Fluctuation over time</a:t>
            </a:r>
          </a:p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4955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D5955F-942E-741C-E275-1520CB4183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052" y="596223"/>
            <a:ext cx="11559896" cy="5665553"/>
          </a:xfrm>
        </p:spPr>
      </p:pic>
    </p:spTree>
    <p:extLst>
      <p:ext uri="{BB962C8B-B14F-4D97-AF65-F5344CB8AC3E}">
        <p14:creationId xmlns:p14="http://schemas.microsoft.com/office/powerpoint/2010/main" val="2987677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e chart with a graph&#10;&#10;Description automatically generated">
            <a:extLst>
              <a:ext uri="{FF2B5EF4-FFF2-40B4-BE49-F238E27FC236}">
                <a16:creationId xmlns:a16="http://schemas.microsoft.com/office/drawing/2014/main" id="{8700D680-3B1C-43C6-2FC8-C784259C83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1325"/>
            <a:ext cx="12192000" cy="597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684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black text&#10;&#10;Description automatically generated with medium confidence">
            <a:extLst>
              <a:ext uri="{FF2B5EF4-FFF2-40B4-BE49-F238E27FC236}">
                <a16:creationId xmlns:a16="http://schemas.microsoft.com/office/drawing/2014/main" id="{EE401542-3245-F012-F369-949FFE517D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5450"/>
            <a:ext cx="12192000" cy="600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130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3B4A21-9331-8E59-1D89-86F463D15E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0850"/>
            <a:ext cx="12192000" cy="595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611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B0BDD9-69F4-EF3A-6372-160CC461D382}"/>
              </a:ext>
            </a:extLst>
          </p:cNvPr>
          <p:cNvSpPr txBox="1"/>
          <p:nvPr/>
        </p:nvSpPr>
        <p:spPr>
          <a:xfrm>
            <a:off x="884075" y="787464"/>
            <a:ext cx="10423849" cy="5283071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1" algn="ctr"/>
            <a:r>
              <a:rPr lang="en-US" sz="7200" dirty="0"/>
              <a:t>Concluding Thoughts</a:t>
            </a:r>
          </a:p>
        </p:txBody>
      </p:sp>
    </p:spTree>
    <p:extLst>
      <p:ext uri="{BB962C8B-B14F-4D97-AF65-F5344CB8AC3E}">
        <p14:creationId xmlns:p14="http://schemas.microsoft.com/office/powerpoint/2010/main" val="2781138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B0BDD9-69F4-EF3A-6372-160CC461D382}"/>
              </a:ext>
            </a:extLst>
          </p:cNvPr>
          <p:cNvSpPr txBox="1"/>
          <p:nvPr/>
        </p:nvSpPr>
        <p:spPr>
          <a:xfrm>
            <a:off x="884075" y="787464"/>
            <a:ext cx="10423849" cy="5283071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1" algn="ctr"/>
            <a:r>
              <a:rPr lang="en-US" sz="7200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979191188"/>
      </p:ext>
    </p:extLst>
  </p:cSld>
  <p:clrMapOvr>
    <a:masterClrMapping/>
  </p:clrMapOvr>
</p:sld>
</file>

<file path=ppt/theme/theme1.xml><?xml version="1.0" encoding="utf-8"?>
<a:theme xmlns:a="http://schemas.openxmlformats.org/drawingml/2006/main" name="ConfettiVTI">
  <a:themeElements>
    <a:clrScheme name="AnalogousFromDarkSeedLeftStep">
      <a:dk1>
        <a:srgbClr val="000000"/>
      </a:dk1>
      <a:lt1>
        <a:srgbClr val="FFFFFF"/>
      </a:lt1>
      <a:dk2>
        <a:srgbClr val="1A1634"/>
      </a:dk2>
      <a:lt2>
        <a:srgbClr val="F0F3F3"/>
      </a:lt2>
      <a:accent1>
        <a:srgbClr val="E72950"/>
      </a:accent1>
      <a:accent2>
        <a:srgbClr val="D5178E"/>
      </a:accent2>
      <a:accent3>
        <a:srgbClr val="DF29E7"/>
      </a:accent3>
      <a:accent4>
        <a:srgbClr val="7E17D5"/>
      </a:accent4>
      <a:accent5>
        <a:srgbClr val="4129E7"/>
      </a:accent5>
      <a:accent6>
        <a:srgbClr val="174ED5"/>
      </a:accent6>
      <a:hlink>
        <a:srgbClr val="7351C5"/>
      </a:hlink>
      <a:folHlink>
        <a:srgbClr val="7F7F7F"/>
      </a:folHlink>
    </a:clrScheme>
    <a:fontScheme name="Custom 10">
      <a:majorFont>
        <a:latin typeface="Gill Sans Nov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nfettiVTI" id="{B5618F7C-B4F0-4D28-83B4-440D0519681F}" vid="{5F84EFDF-E14E-48C6-955C-990A32085A7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54</Words>
  <Application>Microsoft Office PowerPoint</Application>
  <PresentationFormat>Widescreen</PresentationFormat>
  <Paragraphs>12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AvenirNext LT Pro Medium</vt:lpstr>
      <vt:lpstr>Calibri</vt:lpstr>
      <vt:lpstr>Gill Sans Nova</vt:lpstr>
      <vt:lpstr>ConfettiVTI</vt:lpstr>
      <vt:lpstr>Matplotlib Final Presentation</vt:lpstr>
      <vt:lpstr>PowerPoint Presentation</vt:lpstr>
      <vt:lpstr>Dataset of Choice/Overview</vt:lpstr>
      <vt:lpstr>Purpose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Alexander Fahrenkrug</dc:creator>
  <cp:lastModifiedBy>Alexander Fahrenkrug</cp:lastModifiedBy>
  <cp:revision>1</cp:revision>
  <dcterms:created xsi:type="dcterms:W3CDTF">2024-02-29T16:22:27Z</dcterms:created>
  <dcterms:modified xsi:type="dcterms:W3CDTF">2024-03-18T14:22:49Z</dcterms:modified>
</cp:coreProperties>
</file>